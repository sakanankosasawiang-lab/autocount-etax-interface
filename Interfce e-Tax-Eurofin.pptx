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58" r:id="rId5"/>
    <p:sldId id="259" r:id="rId6"/>
    <p:sldId id="263" r:id="rId7"/>
    <p:sldId id="260" r:id="rId8"/>
    <p:sldId id="266" r:id="rId9"/>
    <p:sldId id="267" r:id="rId10"/>
    <p:sldId id="268" r:id="rId11"/>
    <p:sldId id="269" r:id="rId12"/>
    <p:sldId id="270" r:id="rId13"/>
    <p:sldId id="271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A6B90-13FA-4BB5-A776-7358E52D69A7}" v="7" dt="2026-08-11T03:35:33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arath Lorjai" userId="9e5c9de43cc17b21" providerId="LiveId" clId="{D5BD8648-6C37-4FD9-AA31-9988EE023022}"/>
    <pc:docChg chg="undo custSel modSld">
      <pc:chgData name="Piyarath Lorjai" userId="9e5c9de43cc17b21" providerId="LiveId" clId="{D5BD8648-6C37-4FD9-AA31-9988EE023022}" dt="2026-08-11T03:46:01.713" v="795" actId="20577"/>
      <pc:docMkLst>
        <pc:docMk/>
      </pc:docMkLst>
      <pc:sldChg chg="addSp delSp modSp mod">
        <pc:chgData name="Piyarath Lorjai" userId="9e5c9de43cc17b21" providerId="LiveId" clId="{D5BD8648-6C37-4FD9-AA31-9988EE023022}" dt="2026-08-07T04:20:50.423" v="268" actId="207"/>
        <pc:sldMkLst>
          <pc:docMk/>
          <pc:sldMk cId="3944190745" sldId="258"/>
        </pc:sldMkLst>
        <pc:spChg chg="add mod">
          <ac:chgData name="Piyarath Lorjai" userId="9e5c9de43cc17b21" providerId="LiveId" clId="{D5BD8648-6C37-4FD9-AA31-9988EE023022}" dt="2026-08-07T03:42:27.172" v="150" actId="20577"/>
          <ac:spMkLst>
            <pc:docMk/>
            <pc:sldMk cId="3944190745" sldId="258"/>
            <ac:spMk id="3" creationId="{7EC79CD0-EA46-9EEF-C2DF-CD60498DEFE6}"/>
          </ac:spMkLst>
        </pc:spChg>
        <pc:spChg chg="add mod">
          <ac:chgData name="Piyarath Lorjai" userId="9e5c9de43cc17b21" providerId="LiveId" clId="{D5BD8648-6C37-4FD9-AA31-9988EE023022}" dt="2026-08-07T03:44:20.851" v="156" actId="20577"/>
          <ac:spMkLst>
            <pc:docMk/>
            <pc:sldMk cId="3944190745" sldId="258"/>
            <ac:spMk id="9" creationId="{EA3747D9-86A2-EEC5-8724-FC21E771FD8C}"/>
          </ac:spMkLst>
        </pc:spChg>
        <pc:spChg chg="mod">
          <ac:chgData name="Piyarath Lorjai" userId="9e5c9de43cc17b21" providerId="LiveId" clId="{D5BD8648-6C37-4FD9-AA31-9988EE023022}" dt="2026-08-07T04:20:50.423" v="268" actId="207"/>
          <ac:spMkLst>
            <pc:docMk/>
            <pc:sldMk cId="3944190745" sldId="258"/>
            <ac:spMk id="18" creationId="{3725845A-48AE-A32E-9835-143C51C8D69F}"/>
          </ac:spMkLst>
        </pc:spChg>
        <pc:spChg chg="add mod">
          <ac:chgData name="Piyarath Lorjai" userId="9e5c9de43cc17b21" providerId="LiveId" clId="{D5BD8648-6C37-4FD9-AA31-9988EE023022}" dt="2026-08-07T03:44:47.852" v="160" actId="20577"/>
          <ac:spMkLst>
            <pc:docMk/>
            <pc:sldMk cId="3944190745" sldId="258"/>
            <ac:spMk id="22" creationId="{9BA40960-4EF6-8E6B-C890-FB811FCDE9D2}"/>
          </ac:spMkLst>
        </pc:spChg>
        <pc:spChg chg="add mod">
          <ac:chgData name="Piyarath Lorjai" userId="9e5c9de43cc17b21" providerId="LiveId" clId="{D5BD8648-6C37-4FD9-AA31-9988EE023022}" dt="2026-08-07T03:45:24.888" v="164" actId="20577"/>
          <ac:spMkLst>
            <pc:docMk/>
            <pc:sldMk cId="3944190745" sldId="258"/>
            <ac:spMk id="26" creationId="{19E0ED55-EEAD-5089-6A0E-207719FC4C5F}"/>
          </ac:spMkLst>
        </pc:spChg>
      </pc:sldChg>
      <pc:sldChg chg="modSp mod">
        <pc:chgData name="Piyarath Lorjai" userId="9e5c9de43cc17b21" providerId="LiveId" clId="{D5BD8648-6C37-4FD9-AA31-9988EE023022}" dt="2026-08-11T03:02:07.303" v="355" actId="5793"/>
        <pc:sldMkLst>
          <pc:docMk/>
          <pc:sldMk cId="2474324619" sldId="259"/>
        </pc:sldMkLst>
        <pc:spChg chg="mod">
          <ac:chgData name="Piyarath Lorjai" userId="9e5c9de43cc17b21" providerId="LiveId" clId="{D5BD8648-6C37-4FD9-AA31-9988EE023022}" dt="2026-08-11T03:02:07.303" v="355" actId="5793"/>
          <ac:spMkLst>
            <pc:docMk/>
            <pc:sldMk cId="2474324619" sldId="259"/>
            <ac:spMk id="3" creationId="{68D1D8FC-AC88-0678-9FDC-F0273BEFF6C9}"/>
          </ac:spMkLst>
        </pc:spChg>
      </pc:sldChg>
      <pc:sldChg chg="modSp mod">
        <pc:chgData name="Piyarath Lorjai" userId="9e5c9de43cc17b21" providerId="LiveId" clId="{D5BD8648-6C37-4FD9-AA31-9988EE023022}" dt="2026-08-11T03:36:46.291" v="770" actId="20577"/>
        <pc:sldMkLst>
          <pc:docMk/>
          <pc:sldMk cId="1465800415" sldId="260"/>
        </pc:sldMkLst>
        <pc:spChg chg="mod">
          <ac:chgData name="Piyarath Lorjai" userId="9e5c9de43cc17b21" providerId="LiveId" clId="{D5BD8648-6C37-4FD9-AA31-9988EE023022}" dt="2026-08-11T03:32:29.702" v="677" actId="113"/>
          <ac:spMkLst>
            <pc:docMk/>
            <pc:sldMk cId="1465800415" sldId="260"/>
            <ac:spMk id="2" creationId="{07C5B844-A511-AF9E-2F49-7ABF90B25DF7}"/>
          </ac:spMkLst>
        </pc:spChg>
        <pc:spChg chg="mod">
          <ac:chgData name="Piyarath Lorjai" userId="9e5c9de43cc17b21" providerId="LiveId" clId="{D5BD8648-6C37-4FD9-AA31-9988EE023022}" dt="2026-08-11T03:36:46.291" v="770" actId="20577"/>
          <ac:spMkLst>
            <pc:docMk/>
            <pc:sldMk cId="1465800415" sldId="260"/>
            <ac:spMk id="3" creationId="{30A47EA1-B35E-23AE-1ED8-1E617D8171B3}"/>
          </ac:spMkLst>
        </pc:spChg>
        <pc:picChg chg="mod">
          <ac:chgData name="Piyarath Lorjai" userId="9e5c9de43cc17b21" providerId="LiveId" clId="{D5BD8648-6C37-4FD9-AA31-9988EE023022}" dt="2026-08-11T03:35:57.799" v="764" actId="1076"/>
          <ac:picMkLst>
            <pc:docMk/>
            <pc:sldMk cId="1465800415" sldId="260"/>
            <ac:picMk id="4" creationId="{78FDB8B0-E37B-3B92-6775-C8D334081439}"/>
          </ac:picMkLst>
        </pc:picChg>
        <pc:picChg chg="mod">
          <ac:chgData name="Piyarath Lorjai" userId="9e5c9de43cc17b21" providerId="LiveId" clId="{D5BD8648-6C37-4FD9-AA31-9988EE023022}" dt="2026-08-11T03:35:52.019" v="763" actId="1076"/>
          <ac:picMkLst>
            <pc:docMk/>
            <pc:sldMk cId="1465800415" sldId="260"/>
            <ac:picMk id="5" creationId="{E2A6D0C8-721D-4147-C676-5415E6F1527C}"/>
          </ac:picMkLst>
        </pc:picChg>
      </pc:sldChg>
      <pc:sldChg chg="addSp delSp modSp mod">
        <pc:chgData name="Piyarath Lorjai" userId="9e5c9de43cc17b21" providerId="LiveId" clId="{D5BD8648-6C37-4FD9-AA31-9988EE023022}" dt="2026-08-07T04:18:22.912" v="267" actId="1037"/>
        <pc:sldMkLst>
          <pc:docMk/>
          <pc:sldMk cId="69971194" sldId="261"/>
        </pc:sldMkLst>
        <pc:spChg chg="mod">
          <ac:chgData name="Piyarath Lorjai" userId="9e5c9de43cc17b21" providerId="LiveId" clId="{D5BD8648-6C37-4FD9-AA31-9988EE023022}" dt="2026-08-07T04:18:22.912" v="267" actId="1037"/>
          <ac:spMkLst>
            <pc:docMk/>
            <pc:sldMk cId="69971194" sldId="261"/>
            <ac:spMk id="3" creationId="{5E06637C-A512-99BE-8D67-22863D5DA4C7}"/>
          </ac:spMkLst>
        </pc:spChg>
        <pc:spChg chg="add mod">
          <ac:chgData name="Piyarath Lorjai" userId="9e5c9de43cc17b21" providerId="LiveId" clId="{D5BD8648-6C37-4FD9-AA31-9988EE023022}" dt="2026-08-07T04:18:22.912" v="267" actId="1037"/>
          <ac:spMkLst>
            <pc:docMk/>
            <pc:sldMk cId="69971194" sldId="261"/>
            <ac:spMk id="7" creationId="{0939C18A-A871-3159-B773-389D02D804DF}"/>
          </ac:spMkLst>
        </pc:spChg>
        <pc:picChg chg="mod">
          <ac:chgData name="Piyarath Lorjai" userId="9e5c9de43cc17b21" providerId="LiveId" clId="{D5BD8648-6C37-4FD9-AA31-9988EE023022}" dt="2026-08-07T04:18:22.912" v="267" actId="1037"/>
          <ac:picMkLst>
            <pc:docMk/>
            <pc:sldMk cId="69971194" sldId="261"/>
            <ac:picMk id="4" creationId="{CD070E5F-BDA4-7E7F-CD18-AF1844E24F50}"/>
          </ac:picMkLst>
        </pc:picChg>
        <pc:picChg chg="mod">
          <ac:chgData name="Piyarath Lorjai" userId="9e5c9de43cc17b21" providerId="LiveId" clId="{D5BD8648-6C37-4FD9-AA31-9988EE023022}" dt="2026-08-07T04:18:22.912" v="267" actId="1037"/>
          <ac:picMkLst>
            <pc:docMk/>
            <pc:sldMk cId="69971194" sldId="261"/>
            <ac:picMk id="5" creationId="{3991B128-021F-06A6-34D3-D279B4887834}"/>
          </ac:picMkLst>
        </pc:picChg>
      </pc:sldChg>
      <pc:sldChg chg="modSp mod">
        <pc:chgData name="Piyarath Lorjai" userId="9e5c9de43cc17b21" providerId="LiveId" clId="{D5BD8648-6C37-4FD9-AA31-9988EE023022}" dt="2026-08-11T03:05:03.498" v="359" actId="113"/>
        <pc:sldMkLst>
          <pc:docMk/>
          <pc:sldMk cId="536344002" sldId="263"/>
        </pc:sldMkLst>
        <pc:spChg chg="mod">
          <ac:chgData name="Piyarath Lorjai" userId="9e5c9de43cc17b21" providerId="LiveId" clId="{D5BD8648-6C37-4FD9-AA31-9988EE023022}" dt="2026-08-11T03:05:03.498" v="359" actId="113"/>
          <ac:spMkLst>
            <pc:docMk/>
            <pc:sldMk cId="536344002" sldId="263"/>
            <ac:spMk id="3" creationId="{9F5D978E-497E-C20A-206C-E13A375E5F66}"/>
          </ac:spMkLst>
        </pc:spChg>
      </pc:sldChg>
      <pc:sldChg chg="modSp mod">
        <pc:chgData name="Piyarath Lorjai" userId="9e5c9de43cc17b21" providerId="LiveId" clId="{D5BD8648-6C37-4FD9-AA31-9988EE023022}" dt="2026-08-11T03:46:01.713" v="795" actId="20577"/>
        <pc:sldMkLst>
          <pc:docMk/>
          <pc:sldMk cId="2320744114" sldId="264"/>
        </pc:sldMkLst>
        <pc:spChg chg="mod">
          <ac:chgData name="Piyarath Lorjai" userId="9e5c9de43cc17b21" providerId="LiveId" clId="{D5BD8648-6C37-4FD9-AA31-9988EE023022}" dt="2026-08-11T03:46:01.713" v="795" actId="20577"/>
          <ac:spMkLst>
            <pc:docMk/>
            <pc:sldMk cId="2320744114" sldId="264"/>
            <ac:spMk id="3" creationId="{4237229E-0209-CB91-1010-7F946BE6FAE5}"/>
          </ac:spMkLst>
        </pc:spChg>
      </pc:sldChg>
      <pc:sldChg chg="addSp delSp modSp mod">
        <pc:chgData name="Piyarath Lorjai" userId="9e5c9de43cc17b21" providerId="LiveId" clId="{D5BD8648-6C37-4FD9-AA31-9988EE023022}" dt="2026-08-07T03:58:28.043" v="208" actId="1076"/>
        <pc:sldMkLst>
          <pc:docMk/>
          <pc:sldMk cId="145849566" sldId="268"/>
        </pc:sldMkLst>
        <pc:picChg chg="add mod ord">
          <ac:chgData name="Piyarath Lorjai" userId="9e5c9de43cc17b21" providerId="LiveId" clId="{D5BD8648-6C37-4FD9-AA31-9988EE023022}" dt="2026-08-07T03:58:28.043" v="208" actId="1076"/>
          <ac:picMkLst>
            <pc:docMk/>
            <pc:sldMk cId="145849566" sldId="268"/>
            <ac:picMk id="9" creationId="{6119AB9E-AA4A-1772-AD67-E26677022036}"/>
          </ac:picMkLst>
        </pc:picChg>
      </pc:sldChg>
      <pc:sldChg chg="addSp delSp modSp mod">
        <pc:chgData name="Piyarath Lorjai" userId="9e5c9de43cc17b21" providerId="LiveId" clId="{D5BD8648-6C37-4FD9-AA31-9988EE023022}" dt="2026-08-07T04:04:43.085" v="213" actId="21"/>
        <pc:sldMkLst>
          <pc:docMk/>
          <pc:sldMk cId="3197371641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9D3436-8E09-495A-A717-EDB89472D3E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BF6D98-F185-4E8B-AD3F-B8D896D19AAC}">
      <dgm:prSet/>
      <dgm:spPr/>
      <dgm:t>
        <a:bodyPr/>
        <a:lstStyle/>
        <a:p>
          <a:r>
            <a:rPr lang="th-TH"/>
            <a:t>ภาพรวม </a:t>
          </a:r>
          <a:r>
            <a:rPr lang="en-US"/>
            <a:t>iNet e-Tax  One.th</a:t>
          </a:r>
        </a:p>
      </dgm:t>
    </dgm:pt>
    <dgm:pt modelId="{B8AA981E-68CF-44B1-ACE1-AE5E8E4151D5}" type="parTrans" cxnId="{FD0F62C3-2AD5-449C-8BDD-05CD5DFEA609}">
      <dgm:prSet/>
      <dgm:spPr/>
      <dgm:t>
        <a:bodyPr/>
        <a:lstStyle/>
        <a:p>
          <a:endParaRPr lang="en-US"/>
        </a:p>
      </dgm:t>
    </dgm:pt>
    <dgm:pt modelId="{E784F841-8270-4DAD-9AA1-1A0CFBFF7D36}" type="sibTrans" cxnId="{FD0F62C3-2AD5-449C-8BDD-05CD5DFEA609}">
      <dgm:prSet/>
      <dgm:spPr/>
      <dgm:t>
        <a:bodyPr/>
        <a:lstStyle/>
        <a:p>
          <a:endParaRPr lang="en-US"/>
        </a:p>
      </dgm:t>
    </dgm:pt>
    <dgm:pt modelId="{2884B383-4EDF-4001-B0E2-9B201AB4135E}">
      <dgm:prSet/>
      <dgm:spPr/>
      <dgm:t>
        <a:bodyPr/>
        <a:lstStyle/>
        <a:p>
          <a:r>
            <a:rPr lang="th-TH"/>
            <a:t>โครงสร้างการทำงานระบบ</a:t>
          </a:r>
          <a:endParaRPr lang="en-US"/>
        </a:p>
      </dgm:t>
    </dgm:pt>
    <dgm:pt modelId="{32C4EE32-83BA-4059-A509-6B4DDADB7F93}" type="parTrans" cxnId="{51CBD9DB-4CDB-4ED7-8206-85FB908BB4B9}">
      <dgm:prSet/>
      <dgm:spPr/>
      <dgm:t>
        <a:bodyPr/>
        <a:lstStyle/>
        <a:p>
          <a:endParaRPr lang="en-US"/>
        </a:p>
      </dgm:t>
    </dgm:pt>
    <dgm:pt modelId="{681EF4D1-9878-493D-A57A-CA0FC5473C6B}" type="sibTrans" cxnId="{51CBD9DB-4CDB-4ED7-8206-85FB908BB4B9}">
      <dgm:prSet/>
      <dgm:spPr/>
      <dgm:t>
        <a:bodyPr/>
        <a:lstStyle/>
        <a:p>
          <a:endParaRPr lang="en-US"/>
        </a:p>
      </dgm:t>
    </dgm:pt>
    <dgm:pt modelId="{B176E1AE-9FD9-47FC-B091-C363277A43CE}">
      <dgm:prSet/>
      <dgm:spPr/>
      <dgm:t>
        <a:bodyPr/>
        <a:lstStyle/>
        <a:p>
          <a:r>
            <a:rPr lang="th-TH"/>
            <a:t>ขั้นตอนการทำงาน </a:t>
          </a:r>
          <a:endParaRPr lang="en-US"/>
        </a:p>
      </dgm:t>
    </dgm:pt>
    <dgm:pt modelId="{D4ADCBBF-0CA0-4015-87B4-7DF73C58D3A0}" type="parTrans" cxnId="{CC94A288-9966-4896-986D-38B25629938D}">
      <dgm:prSet/>
      <dgm:spPr/>
      <dgm:t>
        <a:bodyPr/>
        <a:lstStyle/>
        <a:p>
          <a:endParaRPr lang="en-US"/>
        </a:p>
      </dgm:t>
    </dgm:pt>
    <dgm:pt modelId="{771E0EDC-C72B-483D-B292-6FA98EF7061E}" type="sibTrans" cxnId="{CC94A288-9966-4896-986D-38B25629938D}">
      <dgm:prSet/>
      <dgm:spPr/>
      <dgm:t>
        <a:bodyPr/>
        <a:lstStyle/>
        <a:p>
          <a:endParaRPr lang="en-US"/>
        </a:p>
      </dgm:t>
    </dgm:pt>
    <dgm:pt modelId="{8A594EC7-98C8-400A-AE48-330A4D0A6345}">
      <dgm:prSet/>
      <dgm:spPr/>
      <dgm:t>
        <a:bodyPr/>
        <a:lstStyle/>
        <a:p>
          <a:r>
            <a:rPr lang="th-TH"/>
            <a:t>การตรวจสอบ สถานะการส่ง หรือประวัติการทำงาน</a:t>
          </a:r>
          <a:endParaRPr lang="en-US"/>
        </a:p>
      </dgm:t>
    </dgm:pt>
    <dgm:pt modelId="{12B47100-B633-4403-9873-939CDBAB8B89}" type="parTrans" cxnId="{1D777B1C-9318-470A-B774-5E0D2D082C52}">
      <dgm:prSet/>
      <dgm:spPr/>
      <dgm:t>
        <a:bodyPr/>
        <a:lstStyle/>
        <a:p>
          <a:endParaRPr lang="en-US"/>
        </a:p>
      </dgm:t>
    </dgm:pt>
    <dgm:pt modelId="{F47DCD9E-F8CF-4911-980F-3F48A4EE0A53}" type="sibTrans" cxnId="{1D777B1C-9318-470A-B774-5E0D2D082C52}">
      <dgm:prSet/>
      <dgm:spPr/>
      <dgm:t>
        <a:bodyPr/>
        <a:lstStyle/>
        <a:p>
          <a:endParaRPr lang="en-US"/>
        </a:p>
      </dgm:t>
    </dgm:pt>
    <dgm:pt modelId="{433EEFEB-350C-42AB-89D9-265661D3DDAF}">
      <dgm:prSet/>
      <dgm:spPr/>
      <dgm:t>
        <a:bodyPr/>
        <a:lstStyle/>
        <a:p>
          <a:r>
            <a:rPr lang="en-US" b="1"/>
            <a:t>Setup</a:t>
          </a:r>
          <a:r>
            <a:rPr lang="en-US"/>
            <a:t> Interface iNet e-Tax</a:t>
          </a:r>
        </a:p>
      </dgm:t>
    </dgm:pt>
    <dgm:pt modelId="{AE904694-AC63-4710-BC3B-25938E0F747D}" type="parTrans" cxnId="{94F81C7B-335F-4D14-9A23-033FE3132F70}">
      <dgm:prSet/>
      <dgm:spPr/>
      <dgm:t>
        <a:bodyPr/>
        <a:lstStyle/>
        <a:p>
          <a:endParaRPr lang="en-US"/>
        </a:p>
      </dgm:t>
    </dgm:pt>
    <dgm:pt modelId="{266BF525-7C0F-4550-AE41-02D2B4868A64}" type="sibTrans" cxnId="{94F81C7B-335F-4D14-9A23-033FE3132F70}">
      <dgm:prSet/>
      <dgm:spPr/>
      <dgm:t>
        <a:bodyPr/>
        <a:lstStyle/>
        <a:p>
          <a:endParaRPr lang="en-US"/>
        </a:p>
      </dgm:t>
    </dgm:pt>
    <dgm:pt modelId="{2A7E51F2-ADCE-4770-9A45-6679336050C6}">
      <dgm:prSet/>
      <dgm:spPr/>
      <dgm:t>
        <a:bodyPr/>
        <a:lstStyle/>
        <a:p>
          <a:r>
            <a:rPr lang="th-TH"/>
            <a:t>หน้าจอระบบ</a:t>
          </a:r>
          <a:endParaRPr lang="en-US"/>
        </a:p>
      </dgm:t>
    </dgm:pt>
    <dgm:pt modelId="{C15FD1B2-0F0B-43D1-9DAD-BF999CE1A69F}" type="parTrans" cxnId="{2F5D4839-61DE-4485-AE38-922FD0093C71}">
      <dgm:prSet/>
      <dgm:spPr/>
      <dgm:t>
        <a:bodyPr/>
        <a:lstStyle/>
        <a:p>
          <a:endParaRPr lang="en-US"/>
        </a:p>
      </dgm:t>
    </dgm:pt>
    <dgm:pt modelId="{DAD76A65-6410-416E-AC54-4470B8DED581}" type="sibTrans" cxnId="{2F5D4839-61DE-4485-AE38-922FD0093C71}">
      <dgm:prSet/>
      <dgm:spPr/>
      <dgm:t>
        <a:bodyPr/>
        <a:lstStyle/>
        <a:p>
          <a:endParaRPr lang="en-US"/>
        </a:p>
      </dgm:t>
    </dgm:pt>
    <dgm:pt modelId="{8B6FCB51-0FFF-481C-8ADA-649486E9A87F}">
      <dgm:prSet/>
      <dgm:spPr/>
      <dgm:t>
        <a:bodyPr/>
        <a:lstStyle/>
        <a:p>
          <a:r>
            <a:rPr lang="th-TH"/>
            <a:t>ข้อกำหนดสำคัญของข้อมูล</a:t>
          </a:r>
          <a:endParaRPr lang="en-US"/>
        </a:p>
      </dgm:t>
    </dgm:pt>
    <dgm:pt modelId="{6298D25B-917E-4B84-A00C-DD7B4BAD8CE0}" type="parTrans" cxnId="{FC168FF0-02DE-46BF-A65B-494B53BB61C2}">
      <dgm:prSet/>
      <dgm:spPr/>
      <dgm:t>
        <a:bodyPr/>
        <a:lstStyle/>
        <a:p>
          <a:endParaRPr lang="en-US"/>
        </a:p>
      </dgm:t>
    </dgm:pt>
    <dgm:pt modelId="{7EAA59BA-0F88-4E58-8DD3-0F225E31EA74}" type="sibTrans" cxnId="{FC168FF0-02DE-46BF-A65B-494B53BB61C2}">
      <dgm:prSet/>
      <dgm:spPr/>
      <dgm:t>
        <a:bodyPr/>
        <a:lstStyle/>
        <a:p>
          <a:endParaRPr lang="en-US"/>
        </a:p>
      </dgm:t>
    </dgm:pt>
    <dgm:pt modelId="{D2510827-4424-46EB-9988-90740F17E74F}">
      <dgm:prSet/>
      <dgm:spPr/>
      <dgm:t>
        <a:bodyPr/>
        <a:lstStyle/>
        <a:p>
          <a:r>
            <a:rPr lang="en-US"/>
            <a:t>Q &amp; A</a:t>
          </a:r>
        </a:p>
      </dgm:t>
    </dgm:pt>
    <dgm:pt modelId="{385D3AEB-2A8D-4EC8-AF84-6E2FD3543675}" type="parTrans" cxnId="{940EB64D-8D42-43B3-B064-207E6CCB5A01}">
      <dgm:prSet/>
      <dgm:spPr/>
      <dgm:t>
        <a:bodyPr/>
        <a:lstStyle/>
        <a:p>
          <a:endParaRPr lang="en-US"/>
        </a:p>
      </dgm:t>
    </dgm:pt>
    <dgm:pt modelId="{728AAED2-B1EB-45E7-ACAD-4EB82A2080C7}" type="sibTrans" cxnId="{940EB64D-8D42-43B3-B064-207E6CCB5A01}">
      <dgm:prSet/>
      <dgm:spPr/>
      <dgm:t>
        <a:bodyPr/>
        <a:lstStyle/>
        <a:p>
          <a:endParaRPr lang="en-US"/>
        </a:p>
      </dgm:t>
    </dgm:pt>
    <dgm:pt modelId="{F5E1DDD2-A6DF-4142-A721-5E0D085CF165}" type="pres">
      <dgm:prSet presAssocID="{269D3436-8E09-495A-A717-EDB89472D3E1}" presName="vert0" presStyleCnt="0">
        <dgm:presLayoutVars>
          <dgm:dir/>
          <dgm:animOne val="branch"/>
          <dgm:animLvl val="lvl"/>
        </dgm:presLayoutVars>
      </dgm:prSet>
      <dgm:spPr/>
    </dgm:pt>
    <dgm:pt modelId="{642855CE-E0F7-40CA-9EAF-8B664AA621CB}" type="pres">
      <dgm:prSet presAssocID="{F0BF6D98-F185-4E8B-AD3F-B8D896D19AAC}" presName="thickLine" presStyleLbl="alignNode1" presStyleIdx="0" presStyleCnt="8"/>
      <dgm:spPr/>
    </dgm:pt>
    <dgm:pt modelId="{BBBC32A3-B92F-4B30-B1F2-5E51849C14B8}" type="pres">
      <dgm:prSet presAssocID="{F0BF6D98-F185-4E8B-AD3F-B8D896D19AAC}" presName="horz1" presStyleCnt="0"/>
      <dgm:spPr/>
    </dgm:pt>
    <dgm:pt modelId="{30360E3A-1F82-4B31-9EAD-814EC830ACCD}" type="pres">
      <dgm:prSet presAssocID="{F0BF6D98-F185-4E8B-AD3F-B8D896D19AAC}" presName="tx1" presStyleLbl="revTx" presStyleIdx="0" presStyleCnt="8"/>
      <dgm:spPr/>
    </dgm:pt>
    <dgm:pt modelId="{4CF269CB-BDE6-4934-A014-4EB072DBA7A0}" type="pres">
      <dgm:prSet presAssocID="{F0BF6D98-F185-4E8B-AD3F-B8D896D19AAC}" presName="vert1" presStyleCnt="0"/>
      <dgm:spPr/>
    </dgm:pt>
    <dgm:pt modelId="{B225D4E2-6CA5-49F5-9E9D-A7C67DF1D7D7}" type="pres">
      <dgm:prSet presAssocID="{2884B383-4EDF-4001-B0E2-9B201AB4135E}" presName="thickLine" presStyleLbl="alignNode1" presStyleIdx="1" presStyleCnt="8"/>
      <dgm:spPr/>
    </dgm:pt>
    <dgm:pt modelId="{1E72E43A-CD94-4EEF-B381-597218AEF6DC}" type="pres">
      <dgm:prSet presAssocID="{2884B383-4EDF-4001-B0E2-9B201AB4135E}" presName="horz1" presStyleCnt="0"/>
      <dgm:spPr/>
    </dgm:pt>
    <dgm:pt modelId="{A7482759-34C3-4310-AD6E-108A6590FB04}" type="pres">
      <dgm:prSet presAssocID="{2884B383-4EDF-4001-B0E2-9B201AB4135E}" presName="tx1" presStyleLbl="revTx" presStyleIdx="1" presStyleCnt="8"/>
      <dgm:spPr/>
    </dgm:pt>
    <dgm:pt modelId="{A1BEFF6E-7CB9-448E-8449-0C4246AE020A}" type="pres">
      <dgm:prSet presAssocID="{2884B383-4EDF-4001-B0E2-9B201AB4135E}" presName="vert1" presStyleCnt="0"/>
      <dgm:spPr/>
    </dgm:pt>
    <dgm:pt modelId="{724ECFE2-D68F-4869-B62E-39FD7380515B}" type="pres">
      <dgm:prSet presAssocID="{B176E1AE-9FD9-47FC-B091-C363277A43CE}" presName="thickLine" presStyleLbl="alignNode1" presStyleIdx="2" presStyleCnt="8"/>
      <dgm:spPr/>
    </dgm:pt>
    <dgm:pt modelId="{CF2BEA9E-8BE6-4B5C-90DE-B212489C6EF5}" type="pres">
      <dgm:prSet presAssocID="{B176E1AE-9FD9-47FC-B091-C363277A43CE}" presName="horz1" presStyleCnt="0"/>
      <dgm:spPr/>
    </dgm:pt>
    <dgm:pt modelId="{BA0314DD-99F4-4B0E-8508-1D06096CE095}" type="pres">
      <dgm:prSet presAssocID="{B176E1AE-9FD9-47FC-B091-C363277A43CE}" presName="tx1" presStyleLbl="revTx" presStyleIdx="2" presStyleCnt="8"/>
      <dgm:spPr/>
    </dgm:pt>
    <dgm:pt modelId="{DC46CD77-C8CD-47F2-831C-20481B101FF6}" type="pres">
      <dgm:prSet presAssocID="{B176E1AE-9FD9-47FC-B091-C363277A43CE}" presName="vert1" presStyleCnt="0"/>
      <dgm:spPr/>
    </dgm:pt>
    <dgm:pt modelId="{A463EC27-8E52-4A9E-91AB-DCE01B15449A}" type="pres">
      <dgm:prSet presAssocID="{8A594EC7-98C8-400A-AE48-330A4D0A6345}" presName="thickLine" presStyleLbl="alignNode1" presStyleIdx="3" presStyleCnt="8"/>
      <dgm:spPr/>
    </dgm:pt>
    <dgm:pt modelId="{3835B56F-FF27-45FB-BFB6-57F92A3B04B1}" type="pres">
      <dgm:prSet presAssocID="{8A594EC7-98C8-400A-AE48-330A4D0A6345}" presName="horz1" presStyleCnt="0"/>
      <dgm:spPr/>
    </dgm:pt>
    <dgm:pt modelId="{DD091E61-AF71-487F-B8F0-C13F6D8FFF33}" type="pres">
      <dgm:prSet presAssocID="{8A594EC7-98C8-400A-AE48-330A4D0A6345}" presName="tx1" presStyleLbl="revTx" presStyleIdx="3" presStyleCnt="8"/>
      <dgm:spPr/>
    </dgm:pt>
    <dgm:pt modelId="{BC8734E1-94A1-4FB4-A367-D32CE7658C2D}" type="pres">
      <dgm:prSet presAssocID="{8A594EC7-98C8-400A-AE48-330A4D0A6345}" presName="vert1" presStyleCnt="0"/>
      <dgm:spPr/>
    </dgm:pt>
    <dgm:pt modelId="{5FD369E3-EA9F-4AA0-B520-51E69D35CDC5}" type="pres">
      <dgm:prSet presAssocID="{433EEFEB-350C-42AB-89D9-265661D3DDAF}" presName="thickLine" presStyleLbl="alignNode1" presStyleIdx="4" presStyleCnt="8"/>
      <dgm:spPr/>
    </dgm:pt>
    <dgm:pt modelId="{105346CF-2D56-4885-95DF-9A8967DF46C8}" type="pres">
      <dgm:prSet presAssocID="{433EEFEB-350C-42AB-89D9-265661D3DDAF}" presName="horz1" presStyleCnt="0"/>
      <dgm:spPr/>
    </dgm:pt>
    <dgm:pt modelId="{7751C05F-D883-46B5-BBE7-A858E43FB00F}" type="pres">
      <dgm:prSet presAssocID="{433EEFEB-350C-42AB-89D9-265661D3DDAF}" presName="tx1" presStyleLbl="revTx" presStyleIdx="4" presStyleCnt="8"/>
      <dgm:spPr/>
    </dgm:pt>
    <dgm:pt modelId="{7C477771-4864-4F66-A008-272BA519DECE}" type="pres">
      <dgm:prSet presAssocID="{433EEFEB-350C-42AB-89D9-265661D3DDAF}" presName="vert1" presStyleCnt="0"/>
      <dgm:spPr/>
    </dgm:pt>
    <dgm:pt modelId="{5DB598AA-EF9B-4D6C-A878-94B9BAEF00DF}" type="pres">
      <dgm:prSet presAssocID="{2A7E51F2-ADCE-4770-9A45-6679336050C6}" presName="thickLine" presStyleLbl="alignNode1" presStyleIdx="5" presStyleCnt="8"/>
      <dgm:spPr/>
    </dgm:pt>
    <dgm:pt modelId="{01FE33D0-784E-4B32-B056-BDF3D3C247A9}" type="pres">
      <dgm:prSet presAssocID="{2A7E51F2-ADCE-4770-9A45-6679336050C6}" presName="horz1" presStyleCnt="0"/>
      <dgm:spPr/>
    </dgm:pt>
    <dgm:pt modelId="{5A2993F4-6FF0-451A-80E7-BD32FA6CE31D}" type="pres">
      <dgm:prSet presAssocID="{2A7E51F2-ADCE-4770-9A45-6679336050C6}" presName="tx1" presStyleLbl="revTx" presStyleIdx="5" presStyleCnt="8"/>
      <dgm:spPr/>
    </dgm:pt>
    <dgm:pt modelId="{0053F8F5-6478-4403-B3A2-15C60E0E33C4}" type="pres">
      <dgm:prSet presAssocID="{2A7E51F2-ADCE-4770-9A45-6679336050C6}" presName="vert1" presStyleCnt="0"/>
      <dgm:spPr/>
    </dgm:pt>
    <dgm:pt modelId="{5B47ED36-E423-4636-8A03-CAE3A4FBFAB0}" type="pres">
      <dgm:prSet presAssocID="{8B6FCB51-0FFF-481C-8ADA-649486E9A87F}" presName="thickLine" presStyleLbl="alignNode1" presStyleIdx="6" presStyleCnt="8"/>
      <dgm:spPr/>
    </dgm:pt>
    <dgm:pt modelId="{DC4E399B-1A45-4882-8EB3-A5109C447448}" type="pres">
      <dgm:prSet presAssocID="{8B6FCB51-0FFF-481C-8ADA-649486E9A87F}" presName="horz1" presStyleCnt="0"/>
      <dgm:spPr/>
    </dgm:pt>
    <dgm:pt modelId="{D3060131-164D-4261-BCCF-9D9033AE631B}" type="pres">
      <dgm:prSet presAssocID="{8B6FCB51-0FFF-481C-8ADA-649486E9A87F}" presName="tx1" presStyleLbl="revTx" presStyleIdx="6" presStyleCnt="8"/>
      <dgm:spPr/>
    </dgm:pt>
    <dgm:pt modelId="{678D7E3D-2CA8-4453-B9B0-31307B446679}" type="pres">
      <dgm:prSet presAssocID="{8B6FCB51-0FFF-481C-8ADA-649486E9A87F}" presName="vert1" presStyleCnt="0"/>
      <dgm:spPr/>
    </dgm:pt>
    <dgm:pt modelId="{36DABA57-A838-4627-9D60-D85FF1989485}" type="pres">
      <dgm:prSet presAssocID="{D2510827-4424-46EB-9988-90740F17E74F}" presName="thickLine" presStyleLbl="alignNode1" presStyleIdx="7" presStyleCnt="8"/>
      <dgm:spPr/>
    </dgm:pt>
    <dgm:pt modelId="{11700474-13F3-49B7-B8F8-A5AB3FB52BBF}" type="pres">
      <dgm:prSet presAssocID="{D2510827-4424-46EB-9988-90740F17E74F}" presName="horz1" presStyleCnt="0"/>
      <dgm:spPr/>
    </dgm:pt>
    <dgm:pt modelId="{1A675E2D-92CD-4B2F-A67C-C1A622AD7204}" type="pres">
      <dgm:prSet presAssocID="{D2510827-4424-46EB-9988-90740F17E74F}" presName="tx1" presStyleLbl="revTx" presStyleIdx="7" presStyleCnt="8"/>
      <dgm:spPr/>
    </dgm:pt>
    <dgm:pt modelId="{FCE43083-FBFE-4658-9C4A-4B5D690C359A}" type="pres">
      <dgm:prSet presAssocID="{D2510827-4424-46EB-9988-90740F17E74F}" presName="vert1" presStyleCnt="0"/>
      <dgm:spPr/>
    </dgm:pt>
  </dgm:ptLst>
  <dgm:cxnLst>
    <dgm:cxn modelId="{B7BE3407-A24B-4FD9-A5EE-6FCB7B041C39}" type="presOf" srcId="{8B6FCB51-0FFF-481C-8ADA-649486E9A87F}" destId="{D3060131-164D-4261-BCCF-9D9033AE631B}" srcOrd="0" destOrd="0" presId="urn:microsoft.com/office/officeart/2008/layout/LinedList"/>
    <dgm:cxn modelId="{1D777B1C-9318-470A-B774-5E0D2D082C52}" srcId="{269D3436-8E09-495A-A717-EDB89472D3E1}" destId="{8A594EC7-98C8-400A-AE48-330A4D0A6345}" srcOrd="3" destOrd="0" parTransId="{12B47100-B633-4403-9873-939CDBAB8B89}" sibTransId="{F47DCD9E-F8CF-4911-980F-3F48A4EE0A53}"/>
    <dgm:cxn modelId="{E0DC262E-EA36-473D-8015-BFF62CEDEEEA}" type="presOf" srcId="{2A7E51F2-ADCE-4770-9A45-6679336050C6}" destId="{5A2993F4-6FF0-451A-80E7-BD32FA6CE31D}" srcOrd="0" destOrd="0" presId="urn:microsoft.com/office/officeart/2008/layout/LinedList"/>
    <dgm:cxn modelId="{2F5D4839-61DE-4485-AE38-922FD0093C71}" srcId="{269D3436-8E09-495A-A717-EDB89472D3E1}" destId="{2A7E51F2-ADCE-4770-9A45-6679336050C6}" srcOrd="5" destOrd="0" parTransId="{C15FD1B2-0F0B-43D1-9DAD-BF999CE1A69F}" sibTransId="{DAD76A65-6410-416E-AC54-4470B8DED581}"/>
    <dgm:cxn modelId="{2033795B-EF8C-4432-861E-1CED30B7CC03}" type="presOf" srcId="{269D3436-8E09-495A-A717-EDB89472D3E1}" destId="{F5E1DDD2-A6DF-4142-A721-5E0D085CF165}" srcOrd="0" destOrd="0" presId="urn:microsoft.com/office/officeart/2008/layout/LinedList"/>
    <dgm:cxn modelId="{4329F149-A5F3-4E22-9DC4-750D36F0138A}" type="presOf" srcId="{433EEFEB-350C-42AB-89D9-265661D3DDAF}" destId="{7751C05F-D883-46B5-BBE7-A858E43FB00F}" srcOrd="0" destOrd="0" presId="urn:microsoft.com/office/officeart/2008/layout/LinedList"/>
    <dgm:cxn modelId="{940EB64D-8D42-43B3-B064-207E6CCB5A01}" srcId="{269D3436-8E09-495A-A717-EDB89472D3E1}" destId="{D2510827-4424-46EB-9988-90740F17E74F}" srcOrd="7" destOrd="0" parTransId="{385D3AEB-2A8D-4EC8-AF84-6E2FD3543675}" sibTransId="{728AAED2-B1EB-45E7-ACAD-4EB82A2080C7}"/>
    <dgm:cxn modelId="{94F81C7B-335F-4D14-9A23-033FE3132F70}" srcId="{269D3436-8E09-495A-A717-EDB89472D3E1}" destId="{433EEFEB-350C-42AB-89D9-265661D3DDAF}" srcOrd="4" destOrd="0" parTransId="{AE904694-AC63-4710-BC3B-25938E0F747D}" sibTransId="{266BF525-7C0F-4550-AE41-02D2B4868A64}"/>
    <dgm:cxn modelId="{CC94A288-9966-4896-986D-38B25629938D}" srcId="{269D3436-8E09-495A-A717-EDB89472D3E1}" destId="{B176E1AE-9FD9-47FC-B091-C363277A43CE}" srcOrd="2" destOrd="0" parTransId="{D4ADCBBF-0CA0-4015-87B4-7DF73C58D3A0}" sibTransId="{771E0EDC-C72B-483D-B292-6FA98EF7061E}"/>
    <dgm:cxn modelId="{C7470C9D-D641-416A-9D26-4ACE07241CC6}" type="presOf" srcId="{D2510827-4424-46EB-9988-90740F17E74F}" destId="{1A675E2D-92CD-4B2F-A67C-C1A622AD7204}" srcOrd="0" destOrd="0" presId="urn:microsoft.com/office/officeart/2008/layout/LinedList"/>
    <dgm:cxn modelId="{0BA33DA8-680C-421E-9A65-B5CA72BABF76}" type="presOf" srcId="{F0BF6D98-F185-4E8B-AD3F-B8D896D19AAC}" destId="{30360E3A-1F82-4B31-9EAD-814EC830ACCD}" srcOrd="0" destOrd="0" presId="urn:microsoft.com/office/officeart/2008/layout/LinedList"/>
    <dgm:cxn modelId="{FD0F62C3-2AD5-449C-8BDD-05CD5DFEA609}" srcId="{269D3436-8E09-495A-A717-EDB89472D3E1}" destId="{F0BF6D98-F185-4E8B-AD3F-B8D896D19AAC}" srcOrd="0" destOrd="0" parTransId="{B8AA981E-68CF-44B1-ACE1-AE5E8E4151D5}" sibTransId="{E784F841-8270-4DAD-9AA1-1A0CFBFF7D36}"/>
    <dgm:cxn modelId="{1F282ED7-A774-47CF-B5A7-C3753A6530AF}" type="presOf" srcId="{B176E1AE-9FD9-47FC-B091-C363277A43CE}" destId="{BA0314DD-99F4-4B0E-8508-1D06096CE095}" srcOrd="0" destOrd="0" presId="urn:microsoft.com/office/officeart/2008/layout/LinedList"/>
    <dgm:cxn modelId="{51CBD9DB-4CDB-4ED7-8206-85FB908BB4B9}" srcId="{269D3436-8E09-495A-A717-EDB89472D3E1}" destId="{2884B383-4EDF-4001-B0E2-9B201AB4135E}" srcOrd="1" destOrd="0" parTransId="{32C4EE32-83BA-4059-A509-6B4DDADB7F93}" sibTransId="{681EF4D1-9878-493D-A57A-CA0FC5473C6B}"/>
    <dgm:cxn modelId="{E6240EE6-A5AF-48F0-B647-F99D972B7FF5}" type="presOf" srcId="{8A594EC7-98C8-400A-AE48-330A4D0A6345}" destId="{DD091E61-AF71-487F-B8F0-C13F6D8FFF33}" srcOrd="0" destOrd="0" presId="urn:microsoft.com/office/officeart/2008/layout/LinedList"/>
    <dgm:cxn modelId="{1FAE5DEE-CB63-44A5-B390-D5F8A6F45C81}" type="presOf" srcId="{2884B383-4EDF-4001-B0E2-9B201AB4135E}" destId="{A7482759-34C3-4310-AD6E-108A6590FB04}" srcOrd="0" destOrd="0" presId="urn:microsoft.com/office/officeart/2008/layout/LinedList"/>
    <dgm:cxn modelId="{FC168FF0-02DE-46BF-A65B-494B53BB61C2}" srcId="{269D3436-8E09-495A-A717-EDB89472D3E1}" destId="{8B6FCB51-0FFF-481C-8ADA-649486E9A87F}" srcOrd="6" destOrd="0" parTransId="{6298D25B-917E-4B84-A00C-DD7B4BAD8CE0}" sibTransId="{7EAA59BA-0F88-4E58-8DD3-0F225E31EA74}"/>
    <dgm:cxn modelId="{F43F4DE0-79E3-4EB1-8649-5E5AF93E92B2}" type="presParOf" srcId="{F5E1DDD2-A6DF-4142-A721-5E0D085CF165}" destId="{642855CE-E0F7-40CA-9EAF-8B664AA621CB}" srcOrd="0" destOrd="0" presId="urn:microsoft.com/office/officeart/2008/layout/LinedList"/>
    <dgm:cxn modelId="{3F967A94-7665-4EFE-95B4-ADA871616235}" type="presParOf" srcId="{F5E1DDD2-A6DF-4142-A721-5E0D085CF165}" destId="{BBBC32A3-B92F-4B30-B1F2-5E51849C14B8}" srcOrd="1" destOrd="0" presId="urn:microsoft.com/office/officeart/2008/layout/LinedList"/>
    <dgm:cxn modelId="{F075E8C8-D5A4-4BA1-9487-9901F0F114B1}" type="presParOf" srcId="{BBBC32A3-B92F-4B30-B1F2-5E51849C14B8}" destId="{30360E3A-1F82-4B31-9EAD-814EC830ACCD}" srcOrd="0" destOrd="0" presId="urn:microsoft.com/office/officeart/2008/layout/LinedList"/>
    <dgm:cxn modelId="{D6640C65-33FB-42F3-97A3-31C73957DD11}" type="presParOf" srcId="{BBBC32A3-B92F-4B30-B1F2-5E51849C14B8}" destId="{4CF269CB-BDE6-4934-A014-4EB072DBA7A0}" srcOrd="1" destOrd="0" presId="urn:microsoft.com/office/officeart/2008/layout/LinedList"/>
    <dgm:cxn modelId="{C984B887-1B3E-437C-8F8A-E81E33AC1EB8}" type="presParOf" srcId="{F5E1DDD2-A6DF-4142-A721-5E0D085CF165}" destId="{B225D4E2-6CA5-49F5-9E9D-A7C67DF1D7D7}" srcOrd="2" destOrd="0" presId="urn:microsoft.com/office/officeart/2008/layout/LinedList"/>
    <dgm:cxn modelId="{0E705BEA-E2EC-4899-9637-E703A6B65E12}" type="presParOf" srcId="{F5E1DDD2-A6DF-4142-A721-5E0D085CF165}" destId="{1E72E43A-CD94-4EEF-B381-597218AEF6DC}" srcOrd="3" destOrd="0" presId="urn:microsoft.com/office/officeart/2008/layout/LinedList"/>
    <dgm:cxn modelId="{4F6E972A-B868-431A-AEB7-CEF5E1513D63}" type="presParOf" srcId="{1E72E43A-CD94-4EEF-B381-597218AEF6DC}" destId="{A7482759-34C3-4310-AD6E-108A6590FB04}" srcOrd="0" destOrd="0" presId="urn:microsoft.com/office/officeart/2008/layout/LinedList"/>
    <dgm:cxn modelId="{B4874F0D-5ECE-4435-9A41-6D5503C89DD6}" type="presParOf" srcId="{1E72E43A-CD94-4EEF-B381-597218AEF6DC}" destId="{A1BEFF6E-7CB9-448E-8449-0C4246AE020A}" srcOrd="1" destOrd="0" presId="urn:microsoft.com/office/officeart/2008/layout/LinedList"/>
    <dgm:cxn modelId="{58D1261F-5439-4BC4-8026-DC0DAD1B1CAE}" type="presParOf" srcId="{F5E1DDD2-A6DF-4142-A721-5E0D085CF165}" destId="{724ECFE2-D68F-4869-B62E-39FD7380515B}" srcOrd="4" destOrd="0" presId="urn:microsoft.com/office/officeart/2008/layout/LinedList"/>
    <dgm:cxn modelId="{57B04DAF-517B-4589-AA9B-65FD83425B7F}" type="presParOf" srcId="{F5E1DDD2-A6DF-4142-A721-5E0D085CF165}" destId="{CF2BEA9E-8BE6-4B5C-90DE-B212489C6EF5}" srcOrd="5" destOrd="0" presId="urn:microsoft.com/office/officeart/2008/layout/LinedList"/>
    <dgm:cxn modelId="{B460D517-F316-4A4B-A758-D17C953B8045}" type="presParOf" srcId="{CF2BEA9E-8BE6-4B5C-90DE-B212489C6EF5}" destId="{BA0314DD-99F4-4B0E-8508-1D06096CE095}" srcOrd="0" destOrd="0" presId="urn:microsoft.com/office/officeart/2008/layout/LinedList"/>
    <dgm:cxn modelId="{C25CA676-0AE8-44A5-9879-8275B9312F98}" type="presParOf" srcId="{CF2BEA9E-8BE6-4B5C-90DE-B212489C6EF5}" destId="{DC46CD77-C8CD-47F2-831C-20481B101FF6}" srcOrd="1" destOrd="0" presId="urn:microsoft.com/office/officeart/2008/layout/LinedList"/>
    <dgm:cxn modelId="{CAD66253-C819-4590-B800-100ED15158EC}" type="presParOf" srcId="{F5E1DDD2-A6DF-4142-A721-5E0D085CF165}" destId="{A463EC27-8E52-4A9E-91AB-DCE01B15449A}" srcOrd="6" destOrd="0" presId="urn:microsoft.com/office/officeart/2008/layout/LinedList"/>
    <dgm:cxn modelId="{D66716EB-B0AE-4A6E-A774-AB9C9A299941}" type="presParOf" srcId="{F5E1DDD2-A6DF-4142-A721-5E0D085CF165}" destId="{3835B56F-FF27-45FB-BFB6-57F92A3B04B1}" srcOrd="7" destOrd="0" presId="urn:microsoft.com/office/officeart/2008/layout/LinedList"/>
    <dgm:cxn modelId="{F14A6EA1-01A3-4815-B1C6-82709FA935CE}" type="presParOf" srcId="{3835B56F-FF27-45FB-BFB6-57F92A3B04B1}" destId="{DD091E61-AF71-487F-B8F0-C13F6D8FFF33}" srcOrd="0" destOrd="0" presId="urn:microsoft.com/office/officeart/2008/layout/LinedList"/>
    <dgm:cxn modelId="{13F32E26-64EC-4113-905D-67269B3F318C}" type="presParOf" srcId="{3835B56F-FF27-45FB-BFB6-57F92A3B04B1}" destId="{BC8734E1-94A1-4FB4-A367-D32CE7658C2D}" srcOrd="1" destOrd="0" presId="urn:microsoft.com/office/officeart/2008/layout/LinedList"/>
    <dgm:cxn modelId="{A159B275-1580-466E-9565-D47BCE6C46E1}" type="presParOf" srcId="{F5E1DDD2-A6DF-4142-A721-5E0D085CF165}" destId="{5FD369E3-EA9F-4AA0-B520-51E69D35CDC5}" srcOrd="8" destOrd="0" presId="urn:microsoft.com/office/officeart/2008/layout/LinedList"/>
    <dgm:cxn modelId="{225B14A6-6532-4DDE-9A83-902E887EA26C}" type="presParOf" srcId="{F5E1DDD2-A6DF-4142-A721-5E0D085CF165}" destId="{105346CF-2D56-4885-95DF-9A8967DF46C8}" srcOrd="9" destOrd="0" presId="urn:microsoft.com/office/officeart/2008/layout/LinedList"/>
    <dgm:cxn modelId="{26DB2D43-BC1A-4177-9928-6303753EE43C}" type="presParOf" srcId="{105346CF-2D56-4885-95DF-9A8967DF46C8}" destId="{7751C05F-D883-46B5-BBE7-A858E43FB00F}" srcOrd="0" destOrd="0" presId="urn:microsoft.com/office/officeart/2008/layout/LinedList"/>
    <dgm:cxn modelId="{70353F7A-59EB-4CA1-B45F-5CBAE53EC0A5}" type="presParOf" srcId="{105346CF-2D56-4885-95DF-9A8967DF46C8}" destId="{7C477771-4864-4F66-A008-272BA519DECE}" srcOrd="1" destOrd="0" presId="urn:microsoft.com/office/officeart/2008/layout/LinedList"/>
    <dgm:cxn modelId="{664F97EE-B6A9-44B9-B649-7DE02C5B8728}" type="presParOf" srcId="{F5E1DDD2-A6DF-4142-A721-5E0D085CF165}" destId="{5DB598AA-EF9B-4D6C-A878-94B9BAEF00DF}" srcOrd="10" destOrd="0" presId="urn:microsoft.com/office/officeart/2008/layout/LinedList"/>
    <dgm:cxn modelId="{E9673179-88EC-422C-983A-A18A71CF03E1}" type="presParOf" srcId="{F5E1DDD2-A6DF-4142-A721-5E0D085CF165}" destId="{01FE33D0-784E-4B32-B056-BDF3D3C247A9}" srcOrd="11" destOrd="0" presId="urn:microsoft.com/office/officeart/2008/layout/LinedList"/>
    <dgm:cxn modelId="{0A7A79AF-CF61-46E1-B5E9-D7842B6764E2}" type="presParOf" srcId="{01FE33D0-784E-4B32-B056-BDF3D3C247A9}" destId="{5A2993F4-6FF0-451A-80E7-BD32FA6CE31D}" srcOrd="0" destOrd="0" presId="urn:microsoft.com/office/officeart/2008/layout/LinedList"/>
    <dgm:cxn modelId="{B9FC057F-A0D6-42B6-9AED-E092A13A1FB9}" type="presParOf" srcId="{01FE33D0-784E-4B32-B056-BDF3D3C247A9}" destId="{0053F8F5-6478-4403-B3A2-15C60E0E33C4}" srcOrd="1" destOrd="0" presId="urn:microsoft.com/office/officeart/2008/layout/LinedList"/>
    <dgm:cxn modelId="{0A8FAF0E-4055-4160-BB8D-24BCC29AEB02}" type="presParOf" srcId="{F5E1DDD2-A6DF-4142-A721-5E0D085CF165}" destId="{5B47ED36-E423-4636-8A03-CAE3A4FBFAB0}" srcOrd="12" destOrd="0" presId="urn:microsoft.com/office/officeart/2008/layout/LinedList"/>
    <dgm:cxn modelId="{78A95400-7FA3-447F-B82F-7BB18AA9707B}" type="presParOf" srcId="{F5E1DDD2-A6DF-4142-A721-5E0D085CF165}" destId="{DC4E399B-1A45-4882-8EB3-A5109C447448}" srcOrd="13" destOrd="0" presId="urn:microsoft.com/office/officeart/2008/layout/LinedList"/>
    <dgm:cxn modelId="{C8BC1AE4-B050-4F71-9F3E-D87B8B51A5BD}" type="presParOf" srcId="{DC4E399B-1A45-4882-8EB3-A5109C447448}" destId="{D3060131-164D-4261-BCCF-9D9033AE631B}" srcOrd="0" destOrd="0" presId="urn:microsoft.com/office/officeart/2008/layout/LinedList"/>
    <dgm:cxn modelId="{5A63C9A8-413D-4A99-831D-8C9E93405177}" type="presParOf" srcId="{DC4E399B-1A45-4882-8EB3-A5109C447448}" destId="{678D7E3D-2CA8-4453-B9B0-31307B446679}" srcOrd="1" destOrd="0" presId="urn:microsoft.com/office/officeart/2008/layout/LinedList"/>
    <dgm:cxn modelId="{EDC7881A-DACB-4827-A80B-549F1E5D4387}" type="presParOf" srcId="{F5E1DDD2-A6DF-4142-A721-5E0D085CF165}" destId="{36DABA57-A838-4627-9D60-D85FF1989485}" srcOrd="14" destOrd="0" presId="urn:microsoft.com/office/officeart/2008/layout/LinedList"/>
    <dgm:cxn modelId="{BA33BB9E-0444-42CD-A2BF-247E3F26D83E}" type="presParOf" srcId="{F5E1DDD2-A6DF-4142-A721-5E0D085CF165}" destId="{11700474-13F3-49B7-B8F8-A5AB3FB52BBF}" srcOrd="15" destOrd="0" presId="urn:microsoft.com/office/officeart/2008/layout/LinedList"/>
    <dgm:cxn modelId="{F23A9E8B-9568-4753-AC75-DB581C46BD40}" type="presParOf" srcId="{11700474-13F3-49B7-B8F8-A5AB3FB52BBF}" destId="{1A675E2D-92CD-4B2F-A67C-C1A622AD7204}" srcOrd="0" destOrd="0" presId="urn:microsoft.com/office/officeart/2008/layout/LinedList"/>
    <dgm:cxn modelId="{E533011F-E0D3-4104-94E0-88970268489A}" type="presParOf" srcId="{11700474-13F3-49B7-B8F8-A5AB3FB52BBF}" destId="{FCE43083-FBFE-4658-9C4A-4B5D690C35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855CE-E0F7-40CA-9EAF-8B664AA621CB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60E3A-1F82-4B31-9EAD-814EC830ACCD}">
      <dsp:nvSpPr>
        <dsp:cNvPr id="0" name=""/>
        <dsp:cNvSpPr/>
      </dsp:nvSpPr>
      <dsp:spPr>
        <a:xfrm>
          <a:off x="0" y="0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ภาพรวม </a:t>
          </a:r>
          <a:r>
            <a:rPr lang="en-US" sz="2800" kern="1200"/>
            <a:t>iNet e-Tax  One.th</a:t>
          </a:r>
        </a:p>
      </dsp:txBody>
      <dsp:txXfrm>
        <a:off x="0" y="0"/>
        <a:ext cx="6291714" cy="691341"/>
      </dsp:txXfrm>
    </dsp:sp>
    <dsp:sp modelId="{B225D4E2-6CA5-49F5-9E9D-A7C67DF1D7D7}">
      <dsp:nvSpPr>
        <dsp:cNvPr id="0" name=""/>
        <dsp:cNvSpPr/>
      </dsp:nvSpPr>
      <dsp:spPr>
        <a:xfrm>
          <a:off x="0" y="691341"/>
          <a:ext cx="6291714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82759-34C3-4310-AD6E-108A6590FB04}">
      <dsp:nvSpPr>
        <dsp:cNvPr id="0" name=""/>
        <dsp:cNvSpPr/>
      </dsp:nvSpPr>
      <dsp:spPr>
        <a:xfrm>
          <a:off x="0" y="691341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โครงสร้างการทำงานระบบ</a:t>
          </a:r>
          <a:endParaRPr lang="en-US" sz="2800" kern="1200"/>
        </a:p>
      </dsp:txBody>
      <dsp:txXfrm>
        <a:off x="0" y="691341"/>
        <a:ext cx="6291714" cy="691341"/>
      </dsp:txXfrm>
    </dsp:sp>
    <dsp:sp modelId="{724ECFE2-D68F-4869-B62E-39FD7380515B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314DD-99F4-4B0E-8508-1D06096CE095}">
      <dsp:nvSpPr>
        <dsp:cNvPr id="0" name=""/>
        <dsp:cNvSpPr/>
      </dsp:nvSpPr>
      <dsp:spPr>
        <a:xfrm>
          <a:off x="0" y="1382683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ขั้นตอนการทำงาน </a:t>
          </a:r>
          <a:endParaRPr lang="en-US" sz="2800" kern="1200"/>
        </a:p>
      </dsp:txBody>
      <dsp:txXfrm>
        <a:off x="0" y="1382683"/>
        <a:ext cx="6291714" cy="691341"/>
      </dsp:txXfrm>
    </dsp:sp>
    <dsp:sp modelId="{A463EC27-8E52-4A9E-91AB-DCE01B15449A}">
      <dsp:nvSpPr>
        <dsp:cNvPr id="0" name=""/>
        <dsp:cNvSpPr/>
      </dsp:nvSpPr>
      <dsp:spPr>
        <a:xfrm>
          <a:off x="0" y="2074025"/>
          <a:ext cx="6291714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91E61-AF71-487F-B8F0-C13F6D8FFF33}">
      <dsp:nvSpPr>
        <dsp:cNvPr id="0" name=""/>
        <dsp:cNvSpPr/>
      </dsp:nvSpPr>
      <dsp:spPr>
        <a:xfrm>
          <a:off x="0" y="2074025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การตรวจสอบ สถานะการส่ง หรือประวัติการทำงาน</a:t>
          </a:r>
          <a:endParaRPr lang="en-US" sz="2800" kern="1200"/>
        </a:p>
      </dsp:txBody>
      <dsp:txXfrm>
        <a:off x="0" y="2074025"/>
        <a:ext cx="6291714" cy="691341"/>
      </dsp:txXfrm>
    </dsp:sp>
    <dsp:sp modelId="{5FD369E3-EA9F-4AA0-B520-51E69D35CDC5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1C05F-D883-46B5-BBE7-A858E43FB00F}">
      <dsp:nvSpPr>
        <dsp:cNvPr id="0" name=""/>
        <dsp:cNvSpPr/>
      </dsp:nvSpPr>
      <dsp:spPr>
        <a:xfrm>
          <a:off x="0" y="2765367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Setup</a:t>
          </a:r>
          <a:r>
            <a:rPr lang="en-US" sz="2800" kern="1200"/>
            <a:t> Interface iNet e-Tax</a:t>
          </a:r>
        </a:p>
      </dsp:txBody>
      <dsp:txXfrm>
        <a:off x="0" y="2765367"/>
        <a:ext cx="6291714" cy="691341"/>
      </dsp:txXfrm>
    </dsp:sp>
    <dsp:sp modelId="{5DB598AA-EF9B-4D6C-A878-94B9BAEF00DF}">
      <dsp:nvSpPr>
        <dsp:cNvPr id="0" name=""/>
        <dsp:cNvSpPr/>
      </dsp:nvSpPr>
      <dsp:spPr>
        <a:xfrm>
          <a:off x="0" y="3456709"/>
          <a:ext cx="6291714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993F4-6FF0-451A-80E7-BD32FA6CE31D}">
      <dsp:nvSpPr>
        <dsp:cNvPr id="0" name=""/>
        <dsp:cNvSpPr/>
      </dsp:nvSpPr>
      <dsp:spPr>
        <a:xfrm>
          <a:off x="0" y="3456709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หน้าจอระบบ</a:t>
          </a:r>
          <a:endParaRPr lang="en-US" sz="2800" kern="1200"/>
        </a:p>
      </dsp:txBody>
      <dsp:txXfrm>
        <a:off x="0" y="3456709"/>
        <a:ext cx="6291714" cy="691341"/>
      </dsp:txXfrm>
    </dsp:sp>
    <dsp:sp modelId="{5B47ED36-E423-4636-8A03-CAE3A4FBFAB0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60131-164D-4261-BCCF-9D9033AE631B}">
      <dsp:nvSpPr>
        <dsp:cNvPr id="0" name=""/>
        <dsp:cNvSpPr/>
      </dsp:nvSpPr>
      <dsp:spPr>
        <a:xfrm>
          <a:off x="0" y="4148051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kern="1200"/>
            <a:t>ข้อกำหนดสำคัญของข้อมูล</a:t>
          </a:r>
          <a:endParaRPr lang="en-US" sz="2800" kern="1200"/>
        </a:p>
      </dsp:txBody>
      <dsp:txXfrm>
        <a:off x="0" y="4148051"/>
        <a:ext cx="6291714" cy="691341"/>
      </dsp:txXfrm>
    </dsp:sp>
    <dsp:sp modelId="{36DABA57-A838-4627-9D60-D85FF1989485}">
      <dsp:nvSpPr>
        <dsp:cNvPr id="0" name=""/>
        <dsp:cNvSpPr/>
      </dsp:nvSpPr>
      <dsp:spPr>
        <a:xfrm>
          <a:off x="0" y="4839393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75E2D-92CD-4B2F-A67C-C1A622AD7204}">
      <dsp:nvSpPr>
        <dsp:cNvPr id="0" name=""/>
        <dsp:cNvSpPr/>
      </dsp:nvSpPr>
      <dsp:spPr>
        <a:xfrm>
          <a:off x="0" y="4839393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Q &amp; A</a:t>
          </a:r>
        </a:p>
      </dsp:txBody>
      <dsp:txXfrm>
        <a:off x="0" y="4839393"/>
        <a:ext cx="6291714" cy="691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97F5A-1494-48B1-AC44-81DFAAED3333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70C3A-4C2B-4600-A040-929312716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3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779C-11C9-7CFC-8DB7-A693BD67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86D68-FCED-923C-906B-DC74EECB9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EAAA1-C5FC-A1E7-60C4-A82DD892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D12D-A938-1C06-9ECF-B969587F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04BBA-CAE0-DF0E-E420-DFA9D43E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0A45-6841-C819-CB4D-0F3DBAC5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7279-D525-B903-2A5F-4BCD1A02C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956A0-1416-CD2D-E977-AA440ACD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E447-9D26-145C-F9CC-0FE2B972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EF03F-43E8-9361-8023-2F7EFA9F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8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36FC-30B5-43BA-4FFC-6648E9EB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B18C5-BBFF-4A01-D7D6-D4E354E6B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813F8-38DF-B8B8-335E-18302B8D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B46E-2811-C23D-0F77-09E828DA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406EC-4957-6931-6B8C-1CDF8BFB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5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7BE2-1094-1C71-AA3C-1AA8B5BC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5475-8CBC-AF69-BB78-DD9089506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2C2F3-8C6A-264D-EB6C-0FA153249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D25FC-2013-8F84-480C-9E00388A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30AA-A4C0-8D14-30E2-0A66BDE1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D87D1-9BC7-1015-776E-849800DA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6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6DB5-C9CB-C569-64D0-0F4A0239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665B8-5D4B-ABFF-0D4D-37F84EE62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D6C67-DAAA-8382-E11B-F680CB84A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DF2759-80DA-FE8E-9EDD-E79F6B35C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CB643B-3D47-DC24-CF8D-E7B9DCAB3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EB2E73-8345-64AB-646B-5D9097B6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DA471-8668-54DD-7C19-9E770EA1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2C728-40AA-D807-FA18-21DBC3DA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3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C1E7-5551-C345-2D4E-F7E0A006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5CAD0-5801-EFBD-7537-928B90B7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ECD60-D5C0-B01B-49FB-30B42511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05936-1933-7E98-8ED5-6332A73C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5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99B8A-BA4E-ADE8-04C0-7AC671A2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9B2BE-CDA4-1277-C041-D1DF52B1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89475-4055-E6F7-C3D5-B27A349A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5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DB3B-EA16-03FF-F07E-BF6835EB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D998-EBF6-FD6D-BC36-5B2FB354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33BD2-9CAB-9F00-D136-AD8102A17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42F27-4598-3781-E711-00B1F163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DE5F2-5B7E-C305-0A79-F0066D28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8BBBB-971E-3730-0CAB-DA7A1427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4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D8D6-27B5-796B-FF0B-2F2FEF63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24E90-2019-8F3A-3BB4-8F7F8F279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63533-4E46-CB03-38E8-211A01594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5FA09-6538-6D2F-A0CB-7C97C1B4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78985-86EB-07A8-F6DB-F2275EB5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2A2EA-9B65-2096-4217-3D05CC2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2BE3-B446-8852-6232-80973777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8C242-EBC7-4871-0C0D-F040F8D0C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92353-4EB4-7E95-5989-8940B67E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1FE0-8487-E7F5-661A-BF46AE1F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45DE-53F9-B297-9F34-F3023234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3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A03A6-0484-50B3-DEDD-E9A7D3212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3C28F-628A-88A9-79A6-F9822D3A5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6FCEF-36D9-1F41-D234-52058591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38729-E57B-E9B2-9314-0E7D1453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02E21-073C-C7E3-7630-12DAC9BB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8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115F5-21D5-A3BC-1283-A9BDEE34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C93C-FF8A-0D37-7C03-EFE621DD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34F1C-A2A1-FFF4-37F5-9F7C6F1FE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50DDC-A7C4-44B0-AA99-1D98E8DC668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84385-07F8-3209-56B2-F96A52B80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5500A-A654-0507-CF31-D8E8BD8A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981ED-ADC7-4151-B389-D607FB653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0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31A01-6FBE-82A1-0FB3-A796DFA4C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/>
              <a:t>Flex Interface e-Tax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0371-5437-8D1D-0F8E-193D48C78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 err="1"/>
              <a:t>Autocount</a:t>
            </a:r>
            <a:r>
              <a:rPr lang="en-US" dirty="0"/>
              <a:t> &gt;&gt; </a:t>
            </a:r>
            <a:r>
              <a:rPr lang="en-US" dirty="0" err="1"/>
              <a:t>iNet</a:t>
            </a:r>
            <a:r>
              <a:rPr lang="en-US" dirty="0"/>
              <a:t> e-Tax  One.th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66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034B5-9272-7569-11E2-CECA29CA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Adenda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D3A438E-C723-E774-CD00-2810A56CE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193254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7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0239-AC09-B026-865F-243EAC42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ภาพรวม </a:t>
            </a:r>
            <a:r>
              <a:rPr lang="en-US" dirty="0" err="1"/>
              <a:t>iNet</a:t>
            </a:r>
            <a:r>
              <a:rPr lang="en-US" dirty="0"/>
              <a:t> e-Tax  One.th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D070E5F-BDA4-7E7F-CD18-AF1844E24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7644" y="1217391"/>
            <a:ext cx="8721970" cy="5496560"/>
          </a:xfr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1B128-021F-06A6-34D3-D279B4887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987" y="3965671"/>
            <a:ext cx="641346" cy="654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06637C-A512-99BE-8D67-22863D5DA4C7}"/>
              </a:ext>
            </a:extLst>
          </p:cNvPr>
          <p:cNvSpPr/>
          <p:nvPr/>
        </p:nvSpPr>
        <p:spPr>
          <a:xfrm>
            <a:off x="2408294" y="2270927"/>
            <a:ext cx="2914022" cy="280349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939C18A-A871-3159-B773-389D02D804DF}"/>
              </a:ext>
            </a:extLst>
          </p:cNvPr>
          <p:cNvSpPr/>
          <p:nvPr/>
        </p:nvSpPr>
        <p:spPr>
          <a:xfrm>
            <a:off x="901059" y="1468509"/>
            <a:ext cx="1732883" cy="733072"/>
          </a:xfrm>
          <a:prstGeom prst="wedgeRoundRectCallout">
            <a:avLst>
              <a:gd name="adj1" fmla="val 46326"/>
              <a:gd name="adj2" fmla="val 11149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Flex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Interface e-Tax</a:t>
            </a:r>
          </a:p>
        </p:txBody>
      </p:sp>
    </p:spTree>
    <p:extLst>
      <p:ext uri="{BB962C8B-B14F-4D97-AF65-F5344CB8AC3E}">
        <p14:creationId xmlns:p14="http://schemas.microsoft.com/office/powerpoint/2010/main" val="6997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2A47-7F94-042C-C4EB-D9A5BE18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23" y="2000244"/>
            <a:ext cx="4855757" cy="1325563"/>
          </a:xfrm>
        </p:spPr>
        <p:txBody>
          <a:bodyPr/>
          <a:lstStyle/>
          <a:p>
            <a:r>
              <a:rPr lang="en-US" dirty="0"/>
              <a:t>Interface e-Tax </a:t>
            </a:r>
            <a:r>
              <a:rPr lang="en-US" dirty="0" err="1"/>
              <a:t>iNet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A50DA5-8944-B8E7-A272-F77746AC0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820" y="4490580"/>
            <a:ext cx="2319893" cy="2367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0C5D7-2E70-51B0-2B2A-4DAC06AD2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130" y="399469"/>
            <a:ext cx="2702169" cy="2019244"/>
          </a:xfrm>
          <a:prstGeom prst="rect">
            <a:avLst/>
          </a:prstGeom>
        </p:spPr>
      </p:pic>
      <p:pic>
        <p:nvPicPr>
          <p:cNvPr id="10" name="Graphic 9" descr="Open folder with solid fill">
            <a:extLst>
              <a:ext uri="{FF2B5EF4-FFF2-40B4-BE49-F238E27FC236}">
                <a16:creationId xmlns:a16="http://schemas.microsoft.com/office/drawing/2014/main" id="{B052D45F-0881-3764-EBE9-8BB0229664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7782" y="4033380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9084F9-6B61-865D-897A-F0AA1F8DAAE8}"/>
              </a:ext>
            </a:extLst>
          </p:cNvPr>
          <p:cNvCxnSpPr>
            <a:cxnSpLocks/>
          </p:cNvCxnSpPr>
          <p:nvPr/>
        </p:nvCxnSpPr>
        <p:spPr>
          <a:xfrm flipV="1">
            <a:off x="3241448" y="4799950"/>
            <a:ext cx="1074919" cy="548663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D3F424-F990-0540-A4E1-E37F52792A52}"/>
              </a:ext>
            </a:extLst>
          </p:cNvPr>
          <p:cNvCxnSpPr>
            <a:cxnSpLocks/>
          </p:cNvCxnSpPr>
          <p:nvPr/>
        </p:nvCxnSpPr>
        <p:spPr>
          <a:xfrm flipH="1">
            <a:off x="7855835" y="3103620"/>
            <a:ext cx="924910" cy="579196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5C93D1-D5D6-842A-5D62-3B6A06EE4176}"/>
              </a:ext>
            </a:extLst>
          </p:cNvPr>
          <p:cNvCxnSpPr>
            <a:cxnSpLocks/>
          </p:cNvCxnSpPr>
          <p:nvPr/>
        </p:nvCxnSpPr>
        <p:spPr>
          <a:xfrm flipV="1">
            <a:off x="6982215" y="2058660"/>
            <a:ext cx="1028179" cy="564253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Open folder with solid fill">
            <a:extLst>
              <a:ext uri="{FF2B5EF4-FFF2-40B4-BE49-F238E27FC236}">
                <a16:creationId xmlns:a16="http://schemas.microsoft.com/office/drawing/2014/main" id="{7FCDE596-0C06-D5CD-7330-EC9558DE2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0531" y="2820616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1DD8EC9-4D84-85F8-FC19-FD11CE324DB1}"/>
              </a:ext>
            </a:extLst>
          </p:cNvPr>
          <p:cNvSpPr txBox="1"/>
          <p:nvPr/>
        </p:nvSpPr>
        <p:spPr>
          <a:xfrm>
            <a:off x="4350367" y="479995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Inbound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5242DB-656B-1422-8968-5D120B339E70}"/>
              </a:ext>
            </a:extLst>
          </p:cNvPr>
          <p:cNvSpPr txBox="1"/>
          <p:nvPr/>
        </p:nvSpPr>
        <p:spPr>
          <a:xfrm>
            <a:off x="6534411" y="354087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Outbound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29D55F-54A6-0766-B0F6-498FD46C225B}"/>
              </a:ext>
            </a:extLst>
          </p:cNvPr>
          <p:cNvSpPr txBox="1"/>
          <p:nvPr/>
        </p:nvSpPr>
        <p:spPr>
          <a:xfrm rot="19964931">
            <a:off x="3093902" y="4714258"/>
            <a:ext cx="113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.pdf &amp; .txt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575DE8-D502-C1E0-BEA5-3EE856713D2A}"/>
              </a:ext>
            </a:extLst>
          </p:cNvPr>
          <p:cNvSpPr txBox="1"/>
          <p:nvPr/>
        </p:nvSpPr>
        <p:spPr>
          <a:xfrm rot="19964931">
            <a:off x="6762364" y="2037039"/>
            <a:ext cx="113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.pdf &amp; .txt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BC0F6-5650-20BB-728A-2E7B69B0E7E4}"/>
              </a:ext>
            </a:extLst>
          </p:cNvPr>
          <p:cNvSpPr txBox="1"/>
          <p:nvPr/>
        </p:nvSpPr>
        <p:spPr>
          <a:xfrm rot="19964931">
            <a:off x="7570862" y="3012353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.pdf &amp; .xml</a:t>
            </a:r>
          </a:p>
        </p:txBody>
      </p:sp>
      <p:pic>
        <p:nvPicPr>
          <p:cNvPr id="32" name="Graphic 31" descr="Badge Tick with solid fill">
            <a:extLst>
              <a:ext uri="{FF2B5EF4-FFF2-40B4-BE49-F238E27FC236}">
                <a16:creationId xmlns:a16="http://schemas.microsoft.com/office/drawing/2014/main" id="{B7E50E0B-25BD-6FEF-4CC2-A5C4F2F38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0904" y="3325807"/>
            <a:ext cx="641230" cy="641230"/>
          </a:xfrm>
          <a:prstGeom prst="rect">
            <a:avLst/>
          </a:prstGeom>
        </p:spPr>
      </p:pic>
      <p:pic>
        <p:nvPicPr>
          <p:cNvPr id="4" name="Picture 3" descr="A blue background with a paper airplane and a computer&#10;&#10;AI-generated content may be incorrect.">
            <a:extLst>
              <a:ext uri="{FF2B5EF4-FFF2-40B4-BE49-F238E27FC236}">
                <a16:creationId xmlns:a16="http://schemas.microsoft.com/office/drawing/2014/main" id="{7E26E3D0-1ABF-634D-53DB-F159C39C4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874" y="3256818"/>
            <a:ext cx="1043877" cy="1043877"/>
          </a:xfrm>
          <a:prstGeom prst="rect">
            <a:avLst/>
          </a:prstGeom>
        </p:spPr>
      </p:pic>
      <p:pic>
        <p:nvPicPr>
          <p:cNvPr id="15" name="Picture 14" descr="A computer screen with a tax and a letter&#10;&#10;AI-generated content may be incorrect.">
            <a:extLst>
              <a:ext uri="{FF2B5EF4-FFF2-40B4-BE49-F238E27FC236}">
                <a16:creationId xmlns:a16="http://schemas.microsoft.com/office/drawing/2014/main" id="{FB84F17D-92D7-6730-9116-68D1C2C5A5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786" y="4543353"/>
            <a:ext cx="1251857" cy="12518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633881-FB2A-994C-DC08-0A2C41F4AE71}"/>
              </a:ext>
            </a:extLst>
          </p:cNvPr>
          <p:cNvSpPr txBox="1"/>
          <p:nvPr/>
        </p:nvSpPr>
        <p:spPr>
          <a:xfrm>
            <a:off x="5385250" y="4254905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1F7D1-056A-126E-B266-5A99F0B50869}"/>
              </a:ext>
            </a:extLst>
          </p:cNvPr>
          <p:cNvSpPr txBox="1"/>
          <p:nvPr/>
        </p:nvSpPr>
        <p:spPr>
          <a:xfrm>
            <a:off x="6669806" y="5795210"/>
            <a:ext cx="100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Tracking</a:t>
            </a:r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3725845A-48AE-A32E-9835-143C51C8D69F}"/>
              </a:ext>
            </a:extLst>
          </p:cNvPr>
          <p:cNvSpPr/>
          <p:nvPr/>
        </p:nvSpPr>
        <p:spPr>
          <a:xfrm>
            <a:off x="8188178" y="4730921"/>
            <a:ext cx="3374748" cy="1170974"/>
          </a:xfrm>
          <a:prstGeom prst="borderCallout1">
            <a:avLst>
              <a:gd name="adj1" fmla="val 51210"/>
              <a:gd name="adj2" fmla="val 499"/>
              <a:gd name="adj3" fmla="val 53166"/>
              <a:gd name="adj4" fmla="val -1043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th-TH" b="1" dirty="0"/>
              <a:t>ตรวจสอบประวัติการทำงานระบบ</a:t>
            </a:r>
          </a:p>
          <a:p>
            <a:pPr marL="285750" indent="-285750">
              <a:buFontTx/>
              <a:buChar char="-"/>
            </a:pPr>
            <a:r>
              <a:rPr lang="th-TH" b="1" dirty="0"/>
              <a:t>ตรวจสอบจำนวนที่ส่ง สำเร็จ ไม่สำเร็จ ค้าง </a:t>
            </a:r>
          </a:p>
          <a:p>
            <a:pPr marL="285750" indent="-285750">
              <a:buFontTx/>
              <a:buChar char="-"/>
            </a:pPr>
            <a:r>
              <a:rPr lang="th-TH" b="1" dirty="0"/>
              <a:t>แสดงผล </a:t>
            </a:r>
            <a:r>
              <a:rPr lang="en-US" b="1" dirty="0"/>
              <a:t>Error </a:t>
            </a:r>
            <a:r>
              <a:rPr lang="th-TH" b="1" dirty="0"/>
              <a:t>ที่ส่งไม่สำเร็จ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F57023-2E83-D49C-9FAC-51018036FA14}"/>
              </a:ext>
            </a:extLst>
          </p:cNvPr>
          <p:cNvSpPr/>
          <p:nvPr/>
        </p:nvSpPr>
        <p:spPr>
          <a:xfrm>
            <a:off x="472273" y="1798769"/>
            <a:ext cx="8490857" cy="475275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90A1785-7BCB-73CC-7BDB-702C44DB573C}"/>
              </a:ext>
            </a:extLst>
          </p:cNvPr>
          <p:cNvSpPr txBox="1">
            <a:spLocks/>
          </p:cNvSpPr>
          <p:nvPr/>
        </p:nvSpPr>
        <p:spPr>
          <a:xfrm>
            <a:off x="682222" y="311225"/>
            <a:ext cx="48557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dirty="0"/>
              <a:t>โครงสร้างการทำงานระบบ</a:t>
            </a:r>
            <a:endParaRPr lang="en-US" dirty="0"/>
          </a:p>
        </p:txBody>
      </p:sp>
      <p:sp>
        <p:nvSpPr>
          <p:cNvPr id="3" name="Star: 8 Points 2">
            <a:extLst>
              <a:ext uri="{FF2B5EF4-FFF2-40B4-BE49-F238E27FC236}">
                <a16:creationId xmlns:a16="http://schemas.microsoft.com/office/drawing/2014/main" id="{7EC79CD0-EA46-9EEF-C2DF-CD60498DEFE6}"/>
              </a:ext>
            </a:extLst>
          </p:cNvPr>
          <p:cNvSpPr/>
          <p:nvPr/>
        </p:nvSpPr>
        <p:spPr>
          <a:xfrm>
            <a:off x="3124713" y="4300695"/>
            <a:ext cx="462008" cy="424412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Star: 8 Points 8">
            <a:extLst>
              <a:ext uri="{FF2B5EF4-FFF2-40B4-BE49-F238E27FC236}">
                <a16:creationId xmlns:a16="http://schemas.microsoft.com/office/drawing/2014/main" id="{EA3747D9-86A2-EEC5-8724-FC21E771FD8C}"/>
              </a:ext>
            </a:extLst>
          </p:cNvPr>
          <p:cNvSpPr/>
          <p:nvPr/>
        </p:nvSpPr>
        <p:spPr>
          <a:xfrm>
            <a:off x="6278523" y="2223720"/>
            <a:ext cx="462008" cy="424412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Star: 8 Points 21">
            <a:extLst>
              <a:ext uri="{FF2B5EF4-FFF2-40B4-BE49-F238E27FC236}">
                <a16:creationId xmlns:a16="http://schemas.microsoft.com/office/drawing/2014/main" id="{9BA40960-4EF6-8E6B-C890-FB811FCDE9D2}"/>
              </a:ext>
            </a:extLst>
          </p:cNvPr>
          <p:cNvSpPr/>
          <p:nvPr/>
        </p:nvSpPr>
        <p:spPr>
          <a:xfrm>
            <a:off x="7654931" y="3830491"/>
            <a:ext cx="462008" cy="424412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Star: 8 Points 25">
            <a:extLst>
              <a:ext uri="{FF2B5EF4-FFF2-40B4-BE49-F238E27FC236}">
                <a16:creationId xmlns:a16="http://schemas.microsoft.com/office/drawing/2014/main" id="{19E0ED55-EEAD-5089-6A0E-207719FC4C5F}"/>
              </a:ext>
            </a:extLst>
          </p:cNvPr>
          <p:cNvSpPr/>
          <p:nvPr/>
        </p:nvSpPr>
        <p:spPr>
          <a:xfrm>
            <a:off x="10165681" y="2418713"/>
            <a:ext cx="462008" cy="424412"/>
          </a:xfrm>
          <a:prstGeom prst="star8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4419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59F1-FB1A-B566-8139-DE1590AC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ขั้นตอนการทำงาน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1D8FC-AC88-0678-9FDC-F0273BEFF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215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Autocount</a:t>
            </a:r>
            <a:r>
              <a:rPr lang="en-US" dirty="0"/>
              <a:t> &gt;&gt; </a:t>
            </a:r>
            <a:r>
              <a:rPr lang="th-TH" dirty="0"/>
              <a:t>จัดทำข้อมูลใบกำกับภาษี รูปแบบ</a:t>
            </a:r>
            <a:r>
              <a:rPr lang="en-US" dirty="0"/>
              <a:t> File .pdf &amp; .txt </a:t>
            </a:r>
            <a:r>
              <a:rPr lang="th-TH" dirty="0"/>
              <a:t>ลงใน </a:t>
            </a:r>
            <a:r>
              <a:rPr lang="en-US" dirty="0"/>
              <a:t>Folder Inbound </a:t>
            </a:r>
            <a:r>
              <a:rPr lang="th-TH" dirty="0"/>
              <a:t>ของแต่ละ บริษัท</a:t>
            </a:r>
            <a:r>
              <a:rPr lang="en-US" dirty="0"/>
              <a:t> </a:t>
            </a:r>
            <a:r>
              <a:rPr lang="th-TH" dirty="0"/>
              <a:t>โดยวิธี</a:t>
            </a:r>
            <a:endParaRPr lang="en-US" dirty="0"/>
          </a:p>
          <a:p>
            <a:pPr marL="914400" lvl="1" indent="-457200">
              <a:buAutoNum type="alphaLcPeriod"/>
            </a:pPr>
            <a:r>
              <a:rPr lang="en-US" dirty="0"/>
              <a:t>Print</a:t>
            </a:r>
            <a:r>
              <a:rPr lang="th-TH" dirty="0"/>
              <a:t> </a:t>
            </a:r>
            <a:r>
              <a:rPr lang="en-US" dirty="0"/>
              <a:t>1 by 1</a:t>
            </a:r>
            <a:endParaRPr lang="th-TH" b="1" dirty="0"/>
          </a:p>
          <a:p>
            <a:pPr marL="914400" lvl="1" indent="-457200">
              <a:buAutoNum type="alphaLcPeriod"/>
            </a:pPr>
            <a:r>
              <a:rPr lang="en-US" dirty="0"/>
              <a:t>Batch Export </a:t>
            </a:r>
            <a:r>
              <a:rPr lang="en-US" dirty="0" err="1"/>
              <a:t>eTax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Interface </a:t>
            </a:r>
            <a:r>
              <a:rPr lang="en-US" dirty="0" err="1"/>
              <a:t>eTax</a:t>
            </a:r>
            <a:r>
              <a:rPr lang="en-US" dirty="0"/>
              <a:t> &gt;&gt; </a:t>
            </a:r>
            <a:r>
              <a:rPr lang="th-TH" dirty="0"/>
              <a:t>ส่งไป </a:t>
            </a:r>
            <a:r>
              <a:rPr lang="en-US" dirty="0" err="1"/>
              <a:t>iNet</a:t>
            </a:r>
            <a:r>
              <a:rPr lang="en-US" dirty="0"/>
              <a:t> e-Tax </a:t>
            </a:r>
            <a:r>
              <a:rPr lang="th-TH" dirty="0"/>
              <a:t>โดย</a:t>
            </a:r>
          </a:p>
          <a:p>
            <a:pPr marL="914400" lvl="1" indent="-457200">
              <a:buAutoNum type="alphaLcPeriod"/>
            </a:pPr>
            <a:r>
              <a:rPr lang="th-TH" dirty="0"/>
              <a:t>รอรอบกวาดข้อมูล </a:t>
            </a:r>
            <a:r>
              <a:rPr lang="en-US" dirty="0"/>
              <a:t>Inbound </a:t>
            </a:r>
          </a:p>
          <a:p>
            <a:pPr marL="914400" lvl="1" indent="-457200">
              <a:buAutoNum type="alphaLcPeriod"/>
            </a:pPr>
            <a:r>
              <a:rPr lang="th-TH" dirty="0"/>
              <a:t>กดนำส่งข้อมูลทันที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ตรวจสอบ </a:t>
            </a:r>
            <a:r>
              <a:rPr lang="th-TH" b="1" dirty="0"/>
              <a:t>สถานะการส่ง </a:t>
            </a:r>
            <a:r>
              <a:rPr lang="th-TH" dirty="0"/>
              <a:t>ที่ ประวัติการทำงาน  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ดำเนินการตามกระบวนการ บน </a:t>
            </a:r>
            <a:r>
              <a:rPr lang="en-US" dirty="0" err="1"/>
              <a:t>iNet</a:t>
            </a:r>
            <a:r>
              <a:rPr lang="en-US" dirty="0"/>
              <a:t> Portal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82F61-264A-B942-F861-9D3CA30B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317" y="1928233"/>
            <a:ext cx="4119368" cy="33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2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6BEF6-7C28-7ED2-6BED-ACD9EFD8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การตรวจสอบ สถานะการส่ง หรือประวัติการทำงาน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D978E-497E-C20A-206C-E13A375E5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8" y="1758157"/>
            <a:ext cx="5852163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h-TH" dirty="0"/>
              <a:t>กด </a:t>
            </a:r>
            <a:r>
              <a:rPr lang="en-US" dirty="0"/>
              <a:t>Icon Interface </a:t>
            </a:r>
            <a:r>
              <a:rPr lang="en-US" dirty="0" err="1"/>
              <a:t>iNet</a:t>
            </a:r>
            <a:r>
              <a:rPr lang="en-US" dirty="0"/>
              <a:t> e-TAX Login</a:t>
            </a:r>
            <a:r>
              <a:rPr lang="th-TH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Login :</a:t>
            </a:r>
            <a:r>
              <a:rPr lang="th-TH" dirty="0"/>
              <a:t> </a:t>
            </a:r>
            <a:r>
              <a:rPr lang="en-US" dirty="0"/>
              <a:t>user (user </a:t>
            </a:r>
            <a:r>
              <a:rPr lang="th-TH" dirty="0"/>
              <a:t>ที่รับผิดชอบ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หน้าหลัก ระบบจะแสดงสรุปสถานะการนำส่งข้อมูลประจำวัน ว่า มีสถานะ </a:t>
            </a:r>
            <a:r>
              <a:rPr lang="th-TH" b="1" dirty="0"/>
              <a:t>สำเร็จ</a:t>
            </a:r>
            <a:r>
              <a:rPr lang="en-US" b="1" dirty="0"/>
              <a:t>/</a:t>
            </a:r>
            <a:r>
              <a:rPr lang="th-TH" b="1" dirty="0"/>
              <a:t>ไม่สำเร็จ</a:t>
            </a:r>
            <a:r>
              <a:rPr lang="en-US" b="1" dirty="0"/>
              <a:t>/</a:t>
            </a:r>
            <a:r>
              <a:rPr lang="th-TH" b="1" dirty="0"/>
              <a:t>ค้าง </a:t>
            </a:r>
            <a:r>
              <a:rPr lang="th-TH" dirty="0"/>
              <a:t>จำนวนเท่าไหร่  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ประวัติการทำงาน</a:t>
            </a:r>
          </a:p>
          <a:p>
            <a:pPr marL="971550" lvl="1" indent="-514350">
              <a:buFont typeface="+mj-lt"/>
              <a:buAutoNum type="arabicPeriod"/>
            </a:pPr>
            <a:r>
              <a:rPr lang="th-TH" dirty="0"/>
              <a:t>กำหนด</a:t>
            </a:r>
            <a:r>
              <a:rPr lang="th-TH" b="1" dirty="0"/>
              <a:t>เงื่อนไข</a:t>
            </a:r>
            <a:r>
              <a:rPr lang="th-TH" dirty="0"/>
              <a:t> ช่วงวันที่ และ สถานะ ข้อมูลที่ต้องการดูรายละเอียดประวัติการทำงาน แล้วกดค้นหา</a:t>
            </a:r>
          </a:p>
          <a:p>
            <a:pPr marL="971550" lvl="1" indent="-514350">
              <a:buFont typeface="+mj-lt"/>
              <a:buAutoNum type="arabicPeriod"/>
            </a:pPr>
            <a:r>
              <a:rPr lang="th-TH" dirty="0"/>
              <a:t>ระบบจะ</a:t>
            </a:r>
            <a:r>
              <a:rPr lang="th-TH" b="1" dirty="0"/>
              <a:t>แสดงข้อมูลตามเงื่อนไข</a:t>
            </a:r>
            <a:r>
              <a:rPr lang="th-TH" dirty="0"/>
              <a:t>ที่กำหนด </a:t>
            </a:r>
          </a:p>
          <a:p>
            <a:pPr marL="514350" indent="-514350">
              <a:buFont typeface="+mj-lt"/>
              <a:buAutoNum type="arabicPeriod"/>
            </a:pPr>
            <a:endParaRPr lang="th-TH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776A6-F2C9-17FF-04F7-20D74AED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172" y="1358941"/>
            <a:ext cx="828791" cy="971686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3188B07A-A6D6-4DB3-13C6-2CC294D94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136" y="1392206"/>
            <a:ext cx="4273356" cy="215494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3D41F0-B2DB-5662-F29A-687FCF4F5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84895"/>
            <a:ext cx="4803734" cy="280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B844-A511-AF9E-2F49-7ABF90B2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Interface </a:t>
            </a:r>
            <a:r>
              <a:rPr lang="en-US" dirty="0" err="1"/>
              <a:t>iNet</a:t>
            </a:r>
            <a:r>
              <a:rPr lang="en-US" dirty="0"/>
              <a:t> e-Tax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47EA1-B35E-23AE-1ED8-1E617D81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2" y="1690688"/>
            <a:ext cx="10931236" cy="488675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h-TH" dirty="0"/>
              <a:t>กด </a:t>
            </a:r>
            <a:r>
              <a:rPr lang="en-US" dirty="0"/>
              <a:t>Icon Interface </a:t>
            </a:r>
            <a:r>
              <a:rPr lang="en-US" dirty="0" err="1"/>
              <a:t>iNet</a:t>
            </a:r>
            <a:r>
              <a:rPr lang="en-US" dirty="0"/>
              <a:t> e-TAX Login</a:t>
            </a:r>
            <a:r>
              <a:rPr lang="th-TH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Login :Admin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ตั้งค่า</a:t>
            </a:r>
            <a:r>
              <a:rPr lang="en-US" dirty="0"/>
              <a:t> </a:t>
            </a:r>
            <a:r>
              <a:rPr lang="th-TH" b="1" dirty="0"/>
              <a:t>ระบบ</a:t>
            </a:r>
            <a:r>
              <a:rPr lang="en-US" b="1" dirty="0"/>
              <a:t> </a:t>
            </a:r>
            <a:endParaRPr lang="th-TH" b="1" dirty="0"/>
          </a:p>
          <a:p>
            <a:pPr marL="971550" lvl="1" indent="-514350">
              <a:buFont typeface="+mj-lt"/>
              <a:buAutoNum type="arabicParenR"/>
            </a:pPr>
            <a:r>
              <a:rPr lang="th-TH" dirty="0"/>
              <a:t>กำหนดความ</a:t>
            </a:r>
            <a:r>
              <a:rPr lang="th-TH" dirty="0" err="1"/>
              <a:t>ถึ่</a:t>
            </a:r>
            <a:r>
              <a:rPr lang="th-TH" dirty="0"/>
              <a:t> ในส่งข้อมูลอัตโนมัติทุกกี่นาที</a:t>
            </a:r>
          </a:p>
          <a:p>
            <a:pPr marL="971550" lvl="1" indent="-514350">
              <a:buFont typeface="+mj-lt"/>
              <a:buAutoNum type="arabicParenR"/>
            </a:pPr>
            <a:r>
              <a:rPr lang="th-TH" dirty="0"/>
              <a:t>กำหนด </a:t>
            </a:r>
            <a:r>
              <a:rPr lang="en-US" dirty="0"/>
              <a:t>Folder </a:t>
            </a:r>
            <a:r>
              <a:rPr lang="th-TH" dirty="0"/>
              <a:t>หลักของระบบ ตัวอย่าง </a:t>
            </a:r>
            <a:r>
              <a:rPr lang="en-US" dirty="0"/>
              <a:t>D:\eTax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SQL Server Connect parameter</a:t>
            </a:r>
            <a:endParaRPr lang="th-TH" dirty="0"/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ตั้งค่า</a:t>
            </a:r>
            <a:r>
              <a:rPr lang="en-US" dirty="0"/>
              <a:t> </a:t>
            </a:r>
            <a:r>
              <a:rPr lang="th-TH" b="1" dirty="0"/>
              <a:t>บริษัท </a:t>
            </a:r>
            <a:r>
              <a:rPr lang="th-TH" dirty="0"/>
              <a:t>เป็นการกำหนดค่าสำคัญ ในการ </a:t>
            </a:r>
            <a:r>
              <a:rPr lang="en-US" dirty="0"/>
              <a:t>Interface e-Tax </a:t>
            </a:r>
            <a:r>
              <a:rPr lang="th-TH" dirty="0"/>
              <a:t>ของแต่ละบริษัท(ระบบจะจัดโครงสร้าง </a:t>
            </a:r>
            <a:r>
              <a:rPr lang="en-US" dirty="0"/>
              <a:t>Folder </a:t>
            </a:r>
            <a:r>
              <a:rPr lang="th-TH" dirty="0"/>
              <a:t>ภายใต้ </a:t>
            </a:r>
            <a:r>
              <a:rPr lang="en-US" dirty="0"/>
              <a:t>Folder </a:t>
            </a:r>
            <a:r>
              <a:rPr lang="th-TH" dirty="0"/>
              <a:t>หลักของระบบ ตามรูปตัวอย่าง)</a:t>
            </a:r>
          </a:p>
          <a:p>
            <a:pPr marL="514350" indent="-514350">
              <a:buFont typeface="+mj-lt"/>
              <a:buAutoNum type="arabicPeriod"/>
            </a:pPr>
            <a:r>
              <a:rPr lang="th-TH" dirty="0"/>
              <a:t>ตั้งค่า </a:t>
            </a:r>
            <a:r>
              <a:rPr lang="en-US" dirty="0"/>
              <a:t>User </a:t>
            </a:r>
            <a:r>
              <a:rPr lang="th-TH" dirty="0"/>
              <a:t>เป็นการกำหนด </a:t>
            </a:r>
            <a:r>
              <a:rPr lang="en-US" dirty="0"/>
              <a:t>User Login/Password </a:t>
            </a:r>
            <a:r>
              <a:rPr lang="th-TH" dirty="0"/>
              <a:t>ของระบบ โดย</a:t>
            </a:r>
          </a:p>
          <a:p>
            <a:pPr marL="914400" lvl="1" indent="-457200">
              <a:buAutoNum type="alphaLcPeriod"/>
            </a:pPr>
            <a:r>
              <a:rPr lang="en-US" dirty="0"/>
              <a:t>Admin = </a:t>
            </a:r>
            <a:r>
              <a:rPr lang="th-TH" dirty="0"/>
              <a:t>สามารถ</a:t>
            </a:r>
            <a:r>
              <a:rPr lang="en-US" dirty="0"/>
              <a:t>Setup</a:t>
            </a:r>
            <a:r>
              <a:rPr lang="th-TH" dirty="0"/>
              <a:t> และจัดการนำส่ง </a:t>
            </a:r>
            <a:r>
              <a:rPr lang="en-US" dirty="0"/>
              <a:t>e-Tax</a:t>
            </a:r>
          </a:p>
          <a:p>
            <a:pPr marL="914400" lvl="1" indent="-457200">
              <a:buAutoNum type="alphaLcPeriod"/>
            </a:pPr>
            <a:r>
              <a:rPr lang="th-TH" dirty="0"/>
              <a:t>ทั่วไป </a:t>
            </a:r>
            <a:r>
              <a:rPr lang="en-US" dirty="0"/>
              <a:t>= </a:t>
            </a:r>
            <a:r>
              <a:rPr lang="th-TH" dirty="0"/>
              <a:t>จัดการนำส่ง </a:t>
            </a:r>
            <a:r>
              <a:rPr lang="en-US" dirty="0"/>
              <a:t>e-Tax </a:t>
            </a:r>
            <a:r>
              <a:rPr lang="th-TH" dirty="0"/>
              <a:t>เท่านั้น</a:t>
            </a:r>
            <a:endParaRPr lang="en-US" dirty="0"/>
          </a:p>
          <a:p>
            <a:pPr marL="0" indent="0">
              <a:buNone/>
            </a:pPr>
            <a:endParaRPr lang="th-TH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DB8B0-E37B-3B92-6775-C8D33408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955"/>
          <a:stretch>
            <a:fillRect/>
          </a:stretch>
        </p:blipFill>
        <p:spPr>
          <a:xfrm>
            <a:off x="6920564" y="1960562"/>
            <a:ext cx="3603662" cy="2091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A6D0C8-721D-4147-C676-5415E6F15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564" y="853939"/>
            <a:ext cx="828791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0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0856-446B-8D73-E8FD-29AF0CE4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หน้าจอ </a:t>
            </a:r>
            <a:r>
              <a:rPr lang="en-US" dirty="0"/>
              <a:t>Login </a:t>
            </a:r>
            <a:r>
              <a:rPr lang="th-TH" dirty="0"/>
              <a:t>ระบบ</a:t>
            </a:r>
            <a:endParaRPr lang="en-US" dirty="0"/>
          </a:p>
        </p:txBody>
      </p:sp>
      <p:pic>
        <p:nvPicPr>
          <p:cNvPr id="5" name="Content Placeholder 4" descr="A blue square with white text and yellow circles and a computer with a check mark&#10;&#10;AI-generated content may be incorrect.">
            <a:extLst>
              <a:ext uri="{FF2B5EF4-FFF2-40B4-BE49-F238E27FC236}">
                <a16:creationId xmlns:a16="http://schemas.microsoft.com/office/drawing/2014/main" id="{02387EA9-360A-C5E3-1C13-77A3C6FC5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658" y="1825625"/>
            <a:ext cx="8108683" cy="4351338"/>
          </a:xfrm>
        </p:spPr>
      </p:pic>
    </p:spTree>
    <p:extLst>
      <p:ext uri="{BB962C8B-B14F-4D97-AF65-F5344CB8AC3E}">
        <p14:creationId xmlns:p14="http://schemas.microsoft.com/office/powerpoint/2010/main" val="214580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2E1A-B39D-50F2-AF65-4108811F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หน้าหลัก </a:t>
            </a:r>
            <a:r>
              <a:rPr lang="en-US" dirty="0"/>
              <a:t>(HOME)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1BD803-1E00-DDC0-FF7E-9A499119B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270" y="1825625"/>
            <a:ext cx="7663459" cy="4351338"/>
          </a:xfrm>
        </p:spPr>
      </p:pic>
    </p:spTree>
    <p:extLst>
      <p:ext uri="{BB962C8B-B14F-4D97-AF65-F5344CB8AC3E}">
        <p14:creationId xmlns:p14="http://schemas.microsoft.com/office/powerpoint/2010/main" val="397093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E6B3-8CC3-8C8C-4FC7-C4C8F337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ตั้งค่าระบบ </a:t>
            </a:r>
            <a:r>
              <a:rPr lang="en-US" dirty="0"/>
              <a:t>(SETUP)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19AB9E-AA4A-1772-AD67-E26677022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9666" y="365125"/>
            <a:ext cx="7416079" cy="615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57A8-DB6E-21C8-188C-AC36128A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ข้อมูลบริษัท </a:t>
            </a:r>
            <a:r>
              <a:rPr lang="en-US" dirty="0"/>
              <a:t>(COMPANY)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1CD804-8725-3231-F5AE-C71C0F2C9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202" y="1825625"/>
            <a:ext cx="7417596" cy="4351338"/>
          </a:xfrm>
        </p:spPr>
      </p:pic>
    </p:spTree>
    <p:extLst>
      <p:ext uri="{BB962C8B-B14F-4D97-AF65-F5344CB8AC3E}">
        <p14:creationId xmlns:p14="http://schemas.microsoft.com/office/powerpoint/2010/main" val="1885476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CEBE-3772-35FF-2FA4-D6035651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ผู้ใช้งานระบบ </a:t>
            </a:r>
            <a:r>
              <a:rPr lang="en-US" dirty="0"/>
              <a:t>(USER)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DC9C57-B99E-C4DF-CC75-AADCA6CDA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536" y="1825625"/>
            <a:ext cx="7530927" cy="4351338"/>
          </a:xfrm>
        </p:spPr>
      </p:pic>
    </p:spTree>
    <p:extLst>
      <p:ext uri="{BB962C8B-B14F-4D97-AF65-F5344CB8AC3E}">
        <p14:creationId xmlns:p14="http://schemas.microsoft.com/office/powerpoint/2010/main" val="247972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CA4C-250F-2151-12A3-3CD4A3C2E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ประวัติการทำงาน</a:t>
            </a:r>
            <a:r>
              <a:rPr lang="en-US" dirty="0"/>
              <a:t> (LOGFILE)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E1FF64-02AC-0B8B-839B-0F1F11219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507" y="1825625"/>
            <a:ext cx="7490986" cy="4351338"/>
          </a:xfrm>
        </p:spPr>
      </p:pic>
    </p:spTree>
    <p:extLst>
      <p:ext uri="{BB962C8B-B14F-4D97-AF65-F5344CB8AC3E}">
        <p14:creationId xmlns:p14="http://schemas.microsoft.com/office/powerpoint/2010/main" val="319737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B301-1AF0-602D-6867-1B359DE9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ข้อกำหนดสำคัญของข้อมูล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7229E-0209-CB91-1010-7F946BE6F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/>
              <a:t>ข้อมูลผู้ซื้อ ที่ครบถ้วน ตามหลักการใบกำกับภาษี ต้องกำหนด</a:t>
            </a:r>
            <a:r>
              <a:rPr lang="en-US" dirty="0"/>
              <a:t> Registration Type </a:t>
            </a:r>
            <a:r>
              <a:rPr lang="th-TH" dirty="0"/>
              <a:t>และ</a:t>
            </a:r>
            <a:r>
              <a:rPr lang="en-US" dirty="0"/>
              <a:t> Country </a:t>
            </a:r>
            <a:r>
              <a:rPr lang="th-TH" dirty="0"/>
              <a:t> </a:t>
            </a:r>
            <a:r>
              <a:rPr lang="en-US"/>
              <a:t>Code</a:t>
            </a:r>
            <a:endParaRPr lang="en-US" dirty="0"/>
          </a:p>
          <a:p>
            <a:r>
              <a:rPr lang="en-US" dirty="0"/>
              <a:t>email </a:t>
            </a:r>
            <a:r>
              <a:rPr lang="th-TH" dirty="0"/>
              <a:t>ผู้ซื้อต้องกำหนด ใน </a:t>
            </a:r>
            <a:r>
              <a:rPr lang="en-US" dirty="0" err="1"/>
              <a:t>Debter</a:t>
            </a:r>
            <a:r>
              <a:rPr lang="en-US" dirty="0"/>
              <a:t> Maintenance </a:t>
            </a:r>
          </a:p>
          <a:p>
            <a:pPr lvl="1"/>
            <a:r>
              <a:rPr lang="en-US" dirty="0"/>
              <a:t>Case Marketplace </a:t>
            </a:r>
            <a:r>
              <a:rPr lang="th-TH" dirty="0"/>
              <a:t>จะส่ง ไม่ได้ต้อง </a:t>
            </a:r>
            <a:r>
              <a:rPr lang="en-US" dirty="0"/>
              <a:t>Customize </a:t>
            </a:r>
            <a:r>
              <a:rPr lang="th-TH" dirty="0"/>
              <a:t>ถ้าต้องการส่ง </a:t>
            </a:r>
            <a:r>
              <a:rPr lang="en-US" dirty="0"/>
              <a:t>End Customer</a:t>
            </a:r>
          </a:p>
          <a:p>
            <a:r>
              <a:rPr lang="th-TH" b="1" dirty="0"/>
              <a:t>เบอร์โทร ทั้งหมด ไม่ได้ส่ง </a:t>
            </a:r>
            <a:r>
              <a:rPr lang="th-TH" dirty="0"/>
              <a:t>เพราะ ผิด </a:t>
            </a:r>
            <a:r>
              <a:rPr lang="en-US" dirty="0"/>
              <a:t>Format (H21,B10) </a:t>
            </a:r>
            <a:r>
              <a:rPr lang="th-TH" b="1" dirty="0">
                <a:solidFill>
                  <a:srgbClr val="FF0000"/>
                </a:solidFill>
              </a:rPr>
              <a:t>+ตัวเลข 1-3 หลัก-ตัวเลข หรือเครื่องหมาย &lt;+ หรือ -&gt;  ไม่เกิน 30 หลัก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Case DN / CN </a:t>
            </a:r>
            <a:r>
              <a:rPr lang="th-TH" dirty="0"/>
              <a:t>ต้องระบุ รหัส </a:t>
            </a:r>
            <a:r>
              <a:rPr lang="en-US" dirty="0" err="1"/>
              <a:t>eTax</a:t>
            </a:r>
            <a:r>
              <a:rPr lang="en-US" dirty="0"/>
              <a:t> Reason </a:t>
            </a:r>
            <a:r>
              <a:rPr lang="th-TH" dirty="0"/>
              <a:t>แต่ละเอกสาร</a:t>
            </a:r>
            <a:endParaRPr lang="en-US" dirty="0"/>
          </a:p>
          <a:p>
            <a:endParaRPr lang="th-TH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74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D8D8A4-81E9-7718-8E4F-5F8A4725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Q &amp; A</a:t>
            </a:r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27CDFA72-30C6-D621-834A-AB22DF3B5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24" r="2907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4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2355</TotalTime>
  <Words>444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Flex Interface e-Tax</vt:lpstr>
      <vt:lpstr>Adenda</vt:lpstr>
      <vt:lpstr>ภาพรวม iNet e-Tax  One.th</vt:lpstr>
      <vt:lpstr>Interface e-Tax iNet </vt:lpstr>
      <vt:lpstr>ขั้นตอนการทำงาน</vt:lpstr>
      <vt:lpstr>การตรวจสอบ สถานะการส่ง หรือประวัติการทำงาน</vt:lpstr>
      <vt:lpstr>Setup Interface iNet e-Tax</vt:lpstr>
      <vt:lpstr>หน้าจอ Login ระบบ</vt:lpstr>
      <vt:lpstr>หน้าหลัก (HOME)</vt:lpstr>
      <vt:lpstr>ตั้งค่าระบบ (SETUP)</vt:lpstr>
      <vt:lpstr>ข้อมูลบริษัท (COMPANY)</vt:lpstr>
      <vt:lpstr>ผู้ใช้งานระบบ (USER)</vt:lpstr>
      <vt:lpstr>ประวัติการทำงาน (LOGFILE)</vt:lpstr>
      <vt:lpstr>ข้อกำหนดสำคัญของข้อมูล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Piyarath Lorjai</dc:creator>
  <cp:lastModifiedBy>Piyarath Lorjai</cp:lastModifiedBy>
  <cp:revision>2</cp:revision>
  <dcterms:created xsi:type="dcterms:W3CDTF">2025-08-25T06:15:20Z</dcterms:created>
  <dcterms:modified xsi:type="dcterms:W3CDTF">2026-08-11T03:46:09Z</dcterms:modified>
</cp:coreProperties>
</file>